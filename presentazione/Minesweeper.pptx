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2"/>
  </p:notesMasterIdLst>
  <p:sldIdLst>
    <p:sldId id="256" r:id="rId2"/>
    <p:sldId id="259" r:id="rId3"/>
    <p:sldId id="262" r:id="rId4"/>
    <p:sldId id="297" r:id="rId5"/>
    <p:sldId id="298" r:id="rId6"/>
    <p:sldId id="263" r:id="rId7"/>
    <p:sldId id="299" r:id="rId8"/>
    <p:sldId id="300" r:id="rId9"/>
    <p:sldId id="301" r:id="rId10"/>
    <p:sldId id="264" r:id="rId11"/>
  </p:sldIdLst>
  <p:sldSz cx="9144000" cy="5143500" type="screen16x9"/>
  <p:notesSz cx="6858000" cy="9144000"/>
  <p:embeddedFontLst>
    <p:embeddedFont>
      <p:font typeface="Epilogue" panose="020B0604020202020204" charset="0"/>
      <p:regular r:id="rId13"/>
      <p:bold r:id="rId14"/>
      <p:italic r:id="rId15"/>
      <p:boldItalic r:id="rId16"/>
    </p:embeddedFon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Nunito Light" pitchFamily="2" charset="0"/>
      <p:regular r:id="rId21"/>
      <p:italic r:id="rId22"/>
    </p:embeddedFont>
    <p:embeddedFont>
      <p:font typeface="Raleway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D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AE35E13-A39B-48A5-8986-C7CB44DC159E}">
  <a:tblStyle styleId="{FAE35E13-A39B-48A5-8986-C7CB44DC159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6699BD7-AA78-46ED-8191-094A0AEC90C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>
          <a:extLst>
            <a:ext uri="{FF2B5EF4-FFF2-40B4-BE49-F238E27FC236}">
              <a16:creationId xmlns:a16="http://schemas.microsoft.com/office/drawing/2014/main" id="{ABDD0CC9-5A01-26F7-D4BD-6ACC964B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>
            <a:extLst>
              <a:ext uri="{FF2B5EF4-FFF2-40B4-BE49-F238E27FC236}">
                <a16:creationId xmlns:a16="http://schemas.microsoft.com/office/drawing/2014/main" id="{93C9683B-742F-03A0-3AD9-33964EA453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>
            <a:extLst>
              <a:ext uri="{FF2B5EF4-FFF2-40B4-BE49-F238E27FC236}">
                <a16:creationId xmlns:a16="http://schemas.microsoft.com/office/drawing/2014/main" id="{5EA28BD0-8D7C-F182-9534-526EFCB0C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8166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>
          <a:extLst>
            <a:ext uri="{FF2B5EF4-FFF2-40B4-BE49-F238E27FC236}">
              <a16:creationId xmlns:a16="http://schemas.microsoft.com/office/drawing/2014/main" id="{57E0F4FC-075F-D2FA-92BD-5A63CBBE8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>
            <a:extLst>
              <a:ext uri="{FF2B5EF4-FFF2-40B4-BE49-F238E27FC236}">
                <a16:creationId xmlns:a16="http://schemas.microsoft.com/office/drawing/2014/main" id="{AA232548-D43F-B3B9-E92F-F9F9284EB8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>
            <a:extLst>
              <a:ext uri="{FF2B5EF4-FFF2-40B4-BE49-F238E27FC236}">
                <a16:creationId xmlns:a16="http://schemas.microsoft.com/office/drawing/2014/main" id="{CFE5B6BA-A57A-DF47-35E0-2488C139A5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9019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>
          <a:extLst>
            <a:ext uri="{FF2B5EF4-FFF2-40B4-BE49-F238E27FC236}">
              <a16:creationId xmlns:a16="http://schemas.microsoft.com/office/drawing/2014/main" id="{D475F140-C0ED-AE8D-9DE1-37F8A2F98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184d99d1a72_0_15:notes">
            <a:extLst>
              <a:ext uri="{FF2B5EF4-FFF2-40B4-BE49-F238E27FC236}">
                <a16:creationId xmlns:a16="http://schemas.microsoft.com/office/drawing/2014/main" id="{8D1F7A48-0447-AA82-537A-8DA08C171D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184d99d1a72_0_15:notes">
            <a:extLst>
              <a:ext uri="{FF2B5EF4-FFF2-40B4-BE49-F238E27FC236}">
                <a16:creationId xmlns:a16="http://schemas.microsoft.com/office/drawing/2014/main" id="{F91C163E-BE04-D5DA-9858-B828825F95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1126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>
          <a:extLst>
            <a:ext uri="{FF2B5EF4-FFF2-40B4-BE49-F238E27FC236}">
              <a16:creationId xmlns:a16="http://schemas.microsoft.com/office/drawing/2014/main" id="{15CEBD9B-4FD2-6F24-0596-28B2D93E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>
            <a:extLst>
              <a:ext uri="{FF2B5EF4-FFF2-40B4-BE49-F238E27FC236}">
                <a16:creationId xmlns:a16="http://schemas.microsoft.com/office/drawing/2014/main" id="{A82185D6-546F-296E-270D-19131FA11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>
            <a:extLst>
              <a:ext uri="{FF2B5EF4-FFF2-40B4-BE49-F238E27FC236}">
                <a16:creationId xmlns:a16="http://schemas.microsoft.com/office/drawing/2014/main" id="{7D99FD77-A9DB-D35D-8064-17D8B94B8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0630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>
          <a:extLst>
            <a:ext uri="{FF2B5EF4-FFF2-40B4-BE49-F238E27FC236}">
              <a16:creationId xmlns:a16="http://schemas.microsoft.com/office/drawing/2014/main" id="{B0D3D46D-7DA8-06EF-797D-BFF9DDA23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>
            <a:extLst>
              <a:ext uri="{FF2B5EF4-FFF2-40B4-BE49-F238E27FC236}">
                <a16:creationId xmlns:a16="http://schemas.microsoft.com/office/drawing/2014/main" id="{1CF5277E-FFD2-40EA-F22B-3953FE6158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>
            <a:extLst>
              <a:ext uri="{FF2B5EF4-FFF2-40B4-BE49-F238E27FC236}">
                <a16:creationId xmlns:a16="http://schemas.microsoft.com/office/drawing/2014/main" id="{747DE9F5-4EFE-4E08-F8EE-39A224EE24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9609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144500"/>
            <a:ext cx="4112100" cy="23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>
                <a:latin typeface="Epilogue"/>
                <a:ea typeface="Epilogue"/>
                <a:cs typeface="Epilogue"/>
                <a:sym typeface="Epilogu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523200"/>
            <a:ext cx="4112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10800000">
            <a:off x="-1604593" y="-845132"/>
            <a:ext cx="3281418" cy="2132806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-9899992" flipH="1">
            <a:off x="-1515196" y="4121356"/>
            <a:ext cx="3953580" cy="192177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5"/>
          <p:cNvSpPr txBox="1">
            <a:spLocks noGrp="1"/>
          </p:cNvSpPr>
          <p:nvPr>
            <p:ph type="subTitle" idx="1"/>
          </p:nvPr>
        </p:nvSpPr>
        <p:spPr>
          <a:xfrm>
            <a:off x="4679150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5"/>
          <p:cNvSpPr txBox="1">
            <a:spLocks noGrp="1"/>
          </p:cNvSpPr>
          <p:nvPr>
            <p:ph type="subTitle" idx="2"/>
          </p:nvPr>
        </p:nvSpPr>
        <p:spPr>
          <a:xfrm>
            <a:off x="1080525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5"/>
          <p:cNvSpPr txBox="1">
            <a:spLocks noGrp="1"/>
          </p:cNvSpPr>
          <p:nvPr>
            <p:ph type="subTitle" idx="3"/>
          </p:nvPr>
        </p:nvSpPr>
        <p:spPr>
          <a:xfrm>
            <a:off x="1080536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7" name="Google Shape;117;p5"/>
          <p:cNvSpPr txBox="1">
            <a:spLocks noGrp="1"/>
          </p:cNvSpPr>
          <p:nvPr>
            <p:ph type="subTitle" idx="4"/>
          </p:nvPr>
        </p:nvSpPr>
        <p:spPr>
          <a:xfrm>
            <a:off x="4679164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8" name="Google Shape;118;p5"/>
          <p:cNvSpPr/>
          <p:nvPr/>
        </p:nvSpPr>
        <p:spPr>
          <a:xfrm rot="5551952">
            <a:off x="-721531" y="4084618"/>
            <a:ext cx="2053998" cy="1765206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"/>
          <p:cNvSpPr/>
          <p:nvPr/>
        </p:nvSpPr>
        <p:spPr>
          <a:xfrm rot="-460685">
            <a:off x="-850641" y="-888875"/>
            <a:ext cx="2082611" cy="168399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"/>
          <p:cNvSpPr/>
          <p:nvPr/>
        </p:nvSpPr>
        <p:spPr>
          <a:xfrm rot="3259731">
            <a:off x="7063135" y="-804478"/>
            <a:ext cx="3168421" cy="256197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40" name="Google Shape;140;p7"/>
          <p:cNvSpPr/>
          <p:nvPr/>
        </p:nvSpPr>
        <p:spPr>
          <a:xfrm rot="-2381697">
            <a:off x="-1265120" y="-661594"/>
            <a:ext cx="3096202" cy="2008988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 rot="-7296874">
            <a:off x="-735040" y="4231574"/>
            <a:ext cx="2036053" cy="150886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" name="Google Shape;142;p7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143" name="Google Shape;143;p7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144" name="Google Shape;144;p7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45;p7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7" name="Google Shape;147;p7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0" name="Google Shape;150;p8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8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8"/>
          <p:cNvSpPr/>
          <p:nvPr/>
        </p:nvSpPr>
        <p:spPr>
          <a:xfrm rot="-4592116" flipH="1">
            <a:off x="6189" y="113200"/>
            <a:ext cx="642877" cy="51982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9"/>
          <p:cNvSpPr/>
          <p:nvPr/>
        </p:nvSpPr>
        <p:spPr>
          <a:xfrm rot="3263452">
            <a:off x="-163955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9"/>
          <p:cNvSpPr/>
          <p:nvPr/>
        </p:nvSpPr>
        <p:spPr>
          <a:xfrm rot="-460623">
            <a:off x="-1793263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9"/>
          <p:cNvSpPr/>
          <p:nvPr/>
        </p:nvSpPr>
        <p:spPr>
          <a:xfrm rot="4592047">
            <a:off x="7797256" y="593203"/>
            <a:ext cx="1475158" cy="119280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4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5" name="Google Shape;345;p14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46" name="Google Shape;346;p14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47" name="Google Shape;347;p14"/>
          <p:cNvSpPr/>
          <p:nvPr/>
        </p:nvSpPr>
        <p:spPr>
          <a:xfrm rot="-2381697">
            <a:off x="-1265120" y="-661594"/>
            <a:ext cx="3096202" cy="2008988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4"/>
          <p:cNvSpPr/>
          <p:nvPr/>
        </p:nvSpPr>
        <p:spPr>
          <a:xfrm rot="-7296874">
            <a:off x="-735040" y="4231574"/>
            <a:ext cx="2036053" cy="150886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14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350" name="Google Shape;350;p14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351" name="Google Shape;351;p14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2" name="Google Shape;352;p14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3" name="Google Shape;353;p14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54" name="Google Shape;354;p14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16"/>
          <p:cNvSpPr txBox="1">
            <a:spLocks noGrp="1"/>
          </p:cNvSpPr>
          <p:nvPr>
            <p:ph type="subTitle" idx="1"/>
          </p:nvPr>
        </p:nvSpPr>
        <p:spPr>
          <a:xfrm>
            <a:off x="937625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8" name="Google Shape;398;p16"/>
          <p:cNvSpPr txBox="1">
            <a:spLocks noGrp="1"/>
          </p:cNvSpPr>
          <p:nvPr>
            <p:ph type="subTitle" idx="2"/>
          </p:nvPr>
        </p:nvSpPr>
        <p:spPr>
          <a:xfrm>
            <a:off x="3484347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9" name="Google Shape;399;p16"/>
          <p:cNvSpPr txBox="1">
            <a:spLocks noGrp="1"/>
          </p:cNvSpPr>
          <p:nvPr>
            <p:ph type="subTitle" idx="3"/>
          </p:nvPr>
        </p:nvSpPr>
        <p:spPr>
          <a:xfrm>
            <a:off x="6031075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0" name="Google Shape;400;p16"/>
          <p:cNvSpPr txBox="1">
            <a:spLocks noGrp="1"/>
          </p:cNvSpPr>
          <p:nvPr>
            <p:ph type="subTitle" idx="4"/>
          </p:nvPr>
        </p:nvSpPr>
        <p:spPr>
          <a:xfrm>
            <a:off x="937625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1" name="Google Shape;401;p16"/>
          <p:cNvSpPr txBox="1">
            <a:spLocks noGrp="1"/>
          </p:cNvSpPr>
          <p:nvPr>
            <p:ph type="subTitle" idx="5"/>
          </p:nvPr>
        </p:nvSpPr>
        <p:spPr>
          <a:xfrm>
            <a:off x="3484350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6"/>
          </p:nvPr>
        </p:nvSpPr>
        <p:spPr>
          <a:xfrm>
            <a:off x="6031075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3" name="Google Shape;403;p16"/>
          <p:cNvSpPr/>
          <p:nvPr/>
        </p:nvSpPr>
        <p:spPr>
          <a:xfrm rot="8800738" flipH="1">
            <a:off x="7902412" y="4181666"/>
            <a:ext cx="1680262" cy="135858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6"/>
          <p:cNvSpPr/>
          <p:nvPr/>
        </p:nvSpPr>
        <p:spPr>
          <a:xfrm rot="-8942362" flipH="1">
            <a:off x="-983149" y="4040244"/>
            <a:ext cx="2474148" cy="200058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6"/>
          <p:cNvSpPr/>
          <p:nvPr/>
        </p:nvSpPr>
        <p:spPr>
          <a:xfrm rot="1554271" flipH="1">
            <a:off x="7563507" y="-664049"/>
            <a:ext cx="2112334" cy="200257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6"/>
          <p:cNvSpPr/>
          <p:nvPr/>
        </p:nvSpPr>
        <p:spPr>
          <a:xfrm>
            <a:off x="62825" y="1725386"/>
            <a:ext cx="606206" cy="37384"/>
          </a:xfrm>
          <a:custGeom>
            <a:avLst/>
            <a:gdLst/>
            <a:ahLst/>
            <a:cxnLst/>
            <a:rect l="l" t="t" r="r" b="b"/>
            <a:pathLst>
              <a:path w="824770" h="50863" extrusionOk="0">
                <a:moveTo>
                  <a:pt x="799338" y="50863"/>
                </a:moveTo>
                <a:lnTo>
                  <a:pt x="25432" y="50863"/>
                </a:lnTo>
                <a:cubicBezTo>
                  <a:pt x="11430" y="50863"/>
                  <a:pt x="0" y="39433"/>
                  <a:pt x="0" y="25432"/>
                </a:cubicBezTo>
                <a:lnTo>
                  <a:pt x="0" y="25432"/>
                </a:lnTo>
                <a:cubicBezTo>
                  <a:pt x="0" y="11430"/>
                  <a:pt x="11430" y="0"/>
                  <a:pt x="25432" y="0"/>
                </a:cubicBezTo>
                <a:lnTo>
                  <a:pt x="799338" y="0"/>
                </a:lnTo>
                <a:cubicBezTo>
                  <a:pt x="813339" y="0"/>
                  <a:pt x="824770" y="11430"/>
                  <a:pt x="824770" y="25432"/>
                </a:cubicBezTo>
                <a:lnTo>
                  <a:pt x="824770" y="25432"/>
                </a:lnTo>
                <a:cubicBezTo>
                  <a:pt x="824770" y="39433"/>
                  <a:pt x="813339" y="50863"/>
                  <a:pt x="799338" y="5086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7" name="Google Shape;407;p16"/>
          <p:cNvGrpSpPr/>
          <p:nvPr/>
        </p:nvGrpSpPr>
        <p:grpSpPr>
          <a:xfrm>
            <a:off x="96399" y="951293"/>
            <a:ext cx="552408" cy="792759"/>
            <a:chOff x="10519314" y="4728596"/>
            <a:chExt cx="751780" cy="1078731"/>
          </a:xfrm>
        </p:grpSpPr>
        <p:grpSp>
          <p:nvGrpSpPr>
            <p:cNvPr id="408" name="Google Shape;408;p16"/>
            <p:cNvGrpSpPr/>
            <p:nvPr/>
          </p:nvGrpSpPr>
          <p:grpSpPr>
            <a:xfrm>
              <a:off x="10519314" y="4728596"/>
              <a:ext cx="626662" cy="1078731"/>
              <a:chOff x="10519314" y="4728596"/>
              <a:chExt cx="626662" cy="1078731"/>
            </a:xfrm>
          </p:grpSpPr>
          <p:grpSp>
            <p:nvGrpSpPr>
              <p:cNvPr id="409" name="Google Shape;409;p16"/>
              <p:cNvGrpSpPr/>
              <p:nvPr/>
            </p:nvGrpSpPr>
            <p:grpSpPr>
              <a:xfrm>
                <a:off x="10903220" y="4888205"/>
                <a:ext cx="242756" cy="919122"/>
                <a:chOff x="10903220" y="4888205"/>
                <a:chExt cx="242756" cy="919122"/>
              </a:xfrm>
            </p:grpSpPr>
            <p:sp>
              <p:nvSpPr>
                <p:cNvPr id="410" name="Google Shape;410;p16"/>
                <p:cNvSpPr/>
                <p:nvPr/>
              </p:nvSpPr>
              <p:spPr>
                <a:xfrm rot="-447735">
                  <a:off x="10961814" y="4892503"/>
                  <a:ext cx="125567" cy="910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44" h="909637" extrusionOk="0">
                      <a:moveTo>
                        <a:pt x="0" y="0"/>
                      </a:moveTo>
                      <a:lnTo>
                        <a:pt x="125445" y="0"/>
                      </a:lnTo>
                      <a:lnTo>
                        <a:pt x="125445" y="909637"/>
                      </a:lnTo>
                      <a:lnTo>
                        <a:pt x="0" y="90963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1" name="Google Shape;411;p16"/>
                <p:cNvSpPr/>
                <p:nvPr/>
              </p:nvSpPr>
              <p:spPr>
                <a:xfrm>
                  <a:off x="10952422" y="4933194"/>
                  <a:ext cx="42088" cy="42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8" h="42088" extrusionOk="0">
                      <a:moveTo>
                        <a:pt x="41904" y="18282"/>
                      </a:moveTo>
                      <a:cubicBezTo>
                        <a:pt x="43428" y="29807"/>
                        <a:pt x="35331" y="40380"/>
                        <a:pt x="23806" y="41904"/>
                      </a:cubicBezTo>
                      <a:cubicBezTo>
                        <a:pt x="12281" y="43428"/>
                        <a:pt x="1709" y="35332"/>
                        <a:pt x="184" y="23806"/>
                      </a:cubicBezTo>
                      <a:cubicBezTo>
                        <a:pt x="-1340" y="12281"/>
                        <a:pt x="6756" y="1708"/>
                        <a:pt x="18282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2" name="Google Shape;412;p16"/>
                <p:cNvSpPr/>
                <p:nvPr/>
              </p:nvSpPr>
              <p:spPr>
                <a:xfrm>
                  <a:off x="10961186" y="5000250"/>
                  <a:ext cx="42087" cy="4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7" h="42087" extrusionOk="0">
                      <a:moveTo>
                        <a:pt x="41904" y="18282"/>
                      </a:moveTo>
                      <a:cubicBezTo>
                        <a:pt x="43427" y="29807"/>
                        <a:pt x="35331" y="40380"/>
                        <a:pt x="23806" y="41904"/>
                      </a:cubicBezTo>
                      <a:cubicBezTo>
                        <a:pt x="12280" y="43428"/>
                        <a:pt x="1708" y="35332"/>
                        <a:pt x="184" y="23806"/>
                      </a:cubicBezTo>
                      <a:cubicBezTo>
                        <a:pt x="-1340" y="12281"/>
                        <a:pt x="6756" y="1708"/>
                        <a:pt x="18281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13" name="Google Shape;413;p16"/>
                <p:cNvGrpSpPr/>
                <p:nvPr/>
              </p:nvGrpSpPr>
              <p:grpSpPr>
                <a:xfrm>
                  <a:off x="11014221" y="5588618"/>
                  <a:ext cx="100021" cy="114784"/>
                  <a:chOff x="11014221" y="5588618"/>
                  <a:chExt cx="100021" cy="114784"/>
                </a:xfrm>
              </p:grpSpPr>
              <p:sp>
                <p:nvSpPr>
                  <p:cNvPr id="414" name="Google Shape;414;p16"/>
                  <p:cNvSpPr/>
                  <p:nvPr/>
                </p:nvSpPr>
                <p:spPr>
                  <a:xfrm rot="-447735">
                    <a:off x="11014826" y="5594269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49"/>
                        </a:lnTo>
                        <a:lnTo>
                          <a:pt x="0" y="1504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5" name="Google Shape;415;p16"/>
                  <p:cNvSpPr/>
                  <p:nvPr/>
                </p:nvSpPr>
                <p:spPr>
                  <a:xfrm rot="-447735">
                    <a:off x="11018646" y="5623150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16"/>
                  <p:cNvSpPr/>
                  <p:nvPr/>
                </p:nvSpPr>
                <p:spPr>
                  <a:xfrm rot="-447735">
                    <a:off x="11021820" y="5653805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7" name="Google Shape;417;p16"/>
                  <p:cNvSpPr/>
                  <p:nvPr/>
                </p:nvSpPr>
                <p:spPr>
                  <a:xfrm rot="-447735">
                    <a:off x="11025635" y="5682688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5" y="0"/>
                        </a:lnTo>
                        <a:lnTo>
                          <a:pt x="87915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18" name="Google Shape;418;p16"/>
              <p:cNvGrpSpPr/>
              <p:nvPr/>
            </p:nvGrpSpPr>
            <p:grpSpPr>
              <a:xfrm>
                <a:off x="10718623" y="4728596"/>
                <a:ext cx="229169" cy="1075979"/>
                <a:chOff x="10718623" y="4728596"/>
                <a:chExt cx="229169" cy="1075979"/>
              </a:xfrm>
            </p:grpSpPr>
            <p:sp>
              <p:nvSpPr>
                <p:cNvPr id="419" name="Google Shape;419;p16"/>
                <p:cNvSpPr/>
                <p:nvPr/>
              </p:nvSpPr>
              <p:spPr>
                <a:xfrm rot="-172174">
                  <a:off x="10745259" y="4732329"/>
                  <a:ext cx="175897" cy="1068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117" h="1069848" extrusionOk="0">
                      <a:moveTo>
                        <a:pt x="0" y="0"/>
                      </a:moveTo>
                      <a:lnTo>
                        <a:pt x="176117" y="0"/>
                      </a:lnTo>
                      <a:lnTo>
                        <a:pt x="176117" y="1069848"/>
                      </a:lnTo>
                      <a:lnTo>
                        <a:pt x="0" y="106984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0" name="Google Shape;420;p16"/>
                <p:cNvSpPr/>
                <p:nvPr/>
              </p:nvSpPr>
              <p:spPr>
                <a:xfrm>
                  <a:off x="10787634" y="5182743"/>
                  <a:ext cx="87629" cy="876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29" h="87630" extrusionOk="0">
                      <a:moveTo>
                        <a:pt x="87630" y="43815"/>
                      </a:moveTo>
                      <a:cubicBezTo>
                        <a:pt x="87630" y="68013"/>
                        <a:pt x="68014" y="87630"/>
                        <a:pt x="43815" y="87630"/>
                      </a:cubicBezTo>
                      <a:cubicBezTo>
                        <a:pt x="19617" y="87630"/>
                        <a:pt x="1" y="68014"/>
                        <a:pt x="1" y="43815"/>
                      </a:cubicBezTo>
                      <a:cubicBezTo>
                        <a:pt x="1" y="19617"/>
                        <a:pt x="19617" y="0"/>
                        <a:pt x="43815" y="0"/>
                      </a:cubicBezTo>
                      <a:cubicBezTo>
                        <a:pt x="68014" y="0"/>
                        <a:pt x="87630" y="19616"/>
                        <a:pt x="87630" y="4381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21" name="Google Shape;421;p16"/>
                <p:cNvGrpSpPr/>
                <p:nvPr/>
              </p:nvGrpSpPr>
              <p:grpSpPr>
                <a:xfrm>
                  <a:off x="10765015" y="5040134"/>
                  <a:ext cx="116314" cy="49775"/>
                  <a:chOff x="10765015" y="5040134"/>
                  <a:chExt cx="116314" cy="49775"/>
                </a:xfrm>
              </p:grpSpPr>
              <p:sp>
                <p:nvSpPr>
                  <p:cNvPr id="422" name="Google Shape;422;p16"/>
                  <p:cNvSpPr/>
                  <p:nvPr/>
                </p:nvSpPr>
                <p:spPr>
                  <a:xfrm rot="-172174">
                    <a:off x="10765318" y="50429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3" name="Google Shape;423;p16"/>
                  <p:cNvSpPr/>
                  <p:nvPr/>
                </p:nvSpPr>
                <p:spPr>
                  <a:xfrm rot="-172174">
                    <a:off x="10766681" y="5072121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4" name="Google Shape;424;p16"/>
                <p:cNvGrpSpPr/>
                <p:nvPr/>
              </p:nvGrpSpPr>
              <p:grpSpPr>
                <a:xfrm>
                  <a:off x="10784825" y="5436314"/>
                  <a:ext cx="116414" cy="49961"/>
                  <a:chOff x="10784825" y="5436314"/>
                  <a:chExt cx="116414" cy="49961"/>
                </a:xfrm>
              </p:grpSpPr>
              <p:sp>
                <p:nvSpPr>
                  <p:cNvPr id="425" name="Google Shape;425;p16"/>
                  <p:cNvSpPr/>
                  <p:nvPr/>
                </p:nvSpPr>
                <p:spPr>
                  <a:xfrm rot="-172174">
                    <a:off x="10785128" y="543916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6" name="Google Shape;426;p16"/>
                  <p:cNvSpPr/>
                  <p:nvPr/>
                </p:nvSpPr>
                <p:spPr>
                  <a:xfrm rot="-172174">
                    <a:off x="10786591" y="54684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27" name="Google Shape;427;p16"/>
              <p:cNvGrpSpPr/>
              <p:nvPr/>
            </p:nvGrpSpPr>
            <p:grpSpPr>
              <a:xfrm>
                <a:off x="10519314" y="4813458"/>
                <a:ext cx="202120" cy="992123"/>
                <a:chOff x="10519314" y="4813458"/>
                <a:chExt cx="202120" cy="992123"/>
              </a:xfrm>
            </p:grpSpPr>
            <p:sp>
              <p:nvSpPr>
                <p:cNvPr id="428" name="Google Shape;428;p16"/>
                <p:cNvSpPr/>
                <p:nvPr/>
              </p:nvSpPr>
              <p:spPr>
                <a:xfrm>
                  <a:off x="10519314" y="4813458"/>
                  <a:ext cx="202120" cy="9921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" h="992123" extrusionOk="0">
                      <a:moveTo>
                        <a:pt x="0" y="0"/>
                      </a:moveTo>
                      <a:lnTo>
                        <a:pt x="202120" y="0"/>
                      </a:lnTo>
                      <a:lnTo>
                        <a:pt x="202120" y="992124"/>
                      </a:lnTo>
                      <a:lnTo>
                        <a:pt x="0" y="99212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9" name="Google Shape;429;p16"/>
                <p:cNvSpPr/>
                <p:nvPr/>
              </p:nvSpPr>
              <p:spPr>
                <a:xfrm>
                  <a:off x="10558843" y="4891468"/>
                  <a:ext cx="123063" cy="123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3" h="123062" extrusionOk="0">
                      <a:moveTo>
                        <a:pt x="123063" y="61532"/>
                      </a:moveTo>
                      <a:cubicBezTo>
                        <a:pt x="123063" y="95514"/>
                        <a:pt x="95514" y="123063"/>
                        <a:pt x="61531" y="123063"/>
                      </a:cubicBezTo>
                      <a:cubicBezTo>
                        <a:pt x="27548" y="123063"/>
                        <a:pt x="-1" y="95514"/>
                        <a:pt x="-1" y="61532"/>
                      </a:cubicBezTo>
                      <a:cubicBezTo>
                        <a:pt x="-1" y="27549"/>
                        <a:pt x="27548" y="0"/>
                        <a:pt x="61531" y="0"/>
                      </a:cubicBezTo>
                      <a:cubicBezTo>
                        <a:pt x="95514" y="0"/>
                        <a:pt x="123063" y="27549"/>
                        <a:pt x="123063" y="6153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30" name="Google Shape;430;p16"/>
                <p:cNvGrpSpPr/>
                <p:nvPr/>
              </p:nvGrpSpPr>
              <p:grpSpPr>
                <a:xfrm>
                  <a:off x="10556176" y="5465730"/>
                  <a:ext cx="128397" cy="44196"/>
                  <a:chOff x="10556176" y="5465730"/>
                  <a:chExt cx="128397" cy="44196"/>
                </a:xfrm>
              </p:grpSpPr>
              <p:sp>
                <p:nvSpPr>
                  <p:cNvPr id="431" name="Google Shape;431;p16"/>
                  <p:cNvSpPr/>
                  <p:nvPr/>
                </p:nvSpPr>
                <p:spPr>
                  <a:xfrm>
                    <a:off x="10556176" y="5465730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2" name="Google Shape;432;p16"/>
                  <p:cNvSpPr/>
                  <p:nvPr/>
                </p:nvSpPr>
                <p:spPr>
                  <a:xfrm>
                    <a:off x="10556176" y="5494972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33" name="Google Shape;433;p16"/>
                <p:cNvGrpSpPr/>
                <p:nvPr/>
              </p:nvGrpSpPr>
              <p:grpSpPr>
                <a:xfrm>
                  <a:off x="10556176" y="5689187"/>
                  <a:ext cx="128397" cy="44196"/>
                  <a:chOff x="10556176" y="5689187"/>
                  <a:chExt cx="128397" cy="44196"/>
                </a:xfrm>
              </p:grpSpPr>
              <p:sp>
                <p:nvSpPr>
                  <p:cNvPr id="434" name="Google Shape;434;p16"/>
                  <p:cNvSpPr/>
                  <p:nvPr/>
                </p:nvSpPr>
                <p:spPr>
                  <a:xfrm>
                    <a:off x="10556176" y="5689187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5" name="Google Shape;435;p16"/>
                  <p:cNvSpPr/>
                  <p:nvPr/>
                </p:nvSpPr>
                <p:spPr>
                  <a:xfrm>
                    <a:off x="10556176" y="5718429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436" name="Google Shape;436;p16"/>
            <p:cNvGrpSpPr/>
            <p:nvPr/>
          </p:nvGrpSpPr>
          <p:grpSpPr>
            <a:xfrm>
              <a:off x="11058042" y="5088325"/>
              <a:ext cx="213052" cy="717953"/>
              <a:chOff x="11058042" y="5088325"/>
              <a:chExt cx="213052" cy="717953"/>
            </a:xfrm>
          </p:grpSpPr>
          <p:sp>
            <p:nvSpPr>
              <p:cNvPr id="437" name="Google Shape;437;p16"/>
              <p:cNvSpPr/>
              <p:nvPr/>
            </p:nvSpPr>
            <p:spPr>
              <a:xfrm rot="-631368">
                <a:off x="11122592" y="5089982"/>
                <a:ext cx="83952" cy="714640"/>
              </a:xfrm>
              <a:custGeom>
                <a:avLst/>
                <a:gdLst/>
                <a:ahLst/>
                <a:cxnLst/>
                <a:rect l="l" t="t" r="r" b="b"/>
                <a:pathLst>
                  <a:path w="84010" h="715136" extrusionOk="0">
                    <a:moveTo>
                      <a:pt x="0" y="0"/>
                    </a:moveTo>
                    <a:lnTo>
                      <a:pt x="84010" y="0"/>
                    </a:lnTo>
                    <a:lnTo>
                      <a:pt x="84010" y="715137"/>
                    </a:lnTo>
                    <a:lnTo>
                      <a:pt x="0" y="715137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8" name="Google Shape;438;p16"/>
              <p:cNvSpPr/>
              <p:nvPr/>
            </p:nvSpPr>
            <p:spPr>
              <a:xfrm rot="-631368">
                <a:off x="11154645" y="5271518"/>
                <a:ext cx="25985" cy="411004"/>
              </a:xfrm>
              <a:custGeom>
                <a:avLst/>
                <a:gdLst/>
                <a:ahLst/>
                <a:cxnLst/>
                <a:rect l="l" t="t" r="r" b="b"/>
                <a:pathLst>
                  <a:path w="26003" h="411289" extrusionOk="0">
                    <a:moveTo>
                      <a:pt x="0" y="0"/>
                    </a:moveTo>
                    <a:lnTo>
                      <a:pt x="26003" y="0"/>
                    </a:lnTo>
                    <a:lnTo>
                      <a:pt x="26003" y="411289"/>
                    </a:lnTo>
                    <a:lnTo>
                      <a:pt x="0" y="41128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39" name="Google Shape;439;p16"/>
          <p:cNvGrpSpPr/>
          <p:nvPr/>
        </p:nvGrpSpPr>
        <p:grpSpPr>
          <a:xfrm>
            <a:off x="135453" y="69369"/>
            <a:ext cx="426307" cy="643642"/>
            <a:chOff x="10572463" y="3528536"/>
            <a:chExt cx="580168" cy="875823"/>
          </a:xfrm>
        </p:grpSpPr>
        <p:grpSp>
          <p:nvGrpSpPr>
            <p:cNvPr id="440" name="Google Shape;440;p16"/>
            <p:cNvGrpSpPr/>
            <p:nvPr/>
          </p:nvGrpSpPr>
          <p:grpSpPr>
            <a:xfrm>
              <a:off x="10713815" y="3528536"/>
              <a:ext cx="438816" cy="746664"/>
              <a:chOff x="10713815" y="3528536"/>
              <a:chExt cx="438816" cy="746664"/>
            </a:xfrm>
          </p:grpSpPr>
          <p:sp>
            <p:nvSpPr>
              <p:cNvPr id="441" name="Google Shape;441;p16"/>
              <p:cNvSpPr/>
              <p:nvPr/>
            </p:nvSpPr>
            <p:spPr>
              <a:xfrm>
                <a:off x="10713815" y="3528536"/>
                <a:ext cx="438816" cy="746664"/>
              </a:xfrm>
              <a:custGeom>
                <a:avLst/>
                <a:gdLst/>
                <a:ahLst/>
                <a:cxnLst/>
                <a:rect l="l" t="t" r="r" b="b"/>
                <a:pathLst>
                  <a:path w="438816" h="746664" extrusionOk="0">
                    <a:moveTo>
                      <a:pt x="438721" y="746569"/>
                    </a:moveTo>
                    <a:lnTo>
                      <a:pt x="0" y="746569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1" y="68580"/>
                      <a:pt x="438816" y="112585"/>
                    </a:cubicBezTo>
                    <a:lnTo>
                      <a:pt x="438816" y="746665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42" name="Google Shape;442;p16"/>
              <p:cNvGrpSpPr/>
              <p:nvPr/>
            </p:nvGrpSpPr>
            <p:grpSpPr>
              <a:xfrm>
                <a:off x="10776489" y="3625310"/>
                <a:ext cx="313848" cy="288226"/>
                <a:chOff x="10776489" y="3625310"/>
                <a:chExt cx="313848" cy="288226"/>
              </a:xfrm>
            </p:grpSpPr>
            <p:sp>
              <p:nvSpPr>
                <p:cNvPr id="443" name="Google Shape;443;p16"/>
                <p:cNvSpPr/>
                <p:nvPr/>
              </p:nvSpPr>
              <p:spPr>
                <a:xfrm>
                  <a:off x="10776489" y="362531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4" name="Google Shape;444;p16"/>
                <p:cNvSpPr/>
                <p:nvPr/>
              </p:nvSpPr>
              <p:spPr>
                <a:xfrm>
                  <a:off x="10776489" y="367865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5" name="Google Shape;445;p16"/>
                <p:cNvSpPr/>
                <p:nvPr/>
              </p:nvSpPr>
              <p:spPr>
                <a:xfrm>
                  <a:off x="10776489" y="373199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6" name="Google Shape;446;p16"/>
                <p:cNvSpPr/>
                <p:nvPr/>
              </p:nvSpPr>
              <p:spPr>
                <a:xfrm>
                  <a:off x="10776489" y="378542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7" name="Google Shape;447;p16"/>
                <p:cNvSpPr/>
                <p:nvPr/>
              </p:nvSpPr>
              <p:spPr>
                <a:xfrm>
                  <a:off x="10776489" y="383876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8" name="Google Shape;448;p16"/>
                <p:cNvSpPr/>
                <p:nvPr/>
              </p:nvSpPr>
              <p:spPr>
                <a:xfrm>
                  <a:off x="10776489" y="3892105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49" name="Google Shape;449;p16"/>
              <p:cNvGrpSpPr/>
              <p:nvPr/>
            </p:nvGrpSpPr>
            <p:grpSpPr>
              <a:xfrm>
                <a:off x="10776489" y="3999547"/>
                <a:ext cx="313848" cy="181546"/>
                <a:chOff x="10776489" y="3999547"/>
                <a:chExt cx="313848" cy="181546"/>
              </a:xfrm>
            </p:grpSpPr>
            <p:sp>
              <p:nvSpPr>
                <p:cNvPr id="450" name="Google Shape;450;p16"/>
                <p:cNvSpPr/>
                <p:nvPr/>
              </p:nvSpPr>
              <p:spPr>
                <a:xfrm>
                  <a:off x="10776489" y="399954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1" name="Google Shape;451;p16"/>
                <p:cNvSpPr/>
                <p:nvPr/>
              </p:nvSpPr>
              <p:spPr>
                <a:xfrm>
                  <a:off x="10776489" y="405288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2" name="Google Shape;452;p16"/>
                <p:cNvSpPr/>
                <p:nvPr/>
              </p:nvSpPr>
              <p:spPr>
                <a:xfrm>
                  <a:off x="10776489" y="4106322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3" name="Google Shape;453;p16"/>
                <p:cNvSpPr/>
                <p:nvPr/>
              </p:nvSpPr>
              <p:spPr>
                <a:xfrm>
                  <a:off x="10776489" y="4159662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54" name="Google Shape;454;p16"/>
              <p:cNvSpPr/>
              <p:nvPr/>
            </p:nvSpPr>
            <p:spPr>
              <a:xfrm>
                <a:off x="11039951" y="3528536"/>
                <a:ext cx="112584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4" h="112585" extrusionOk="0">
                    <a:moveTo>
                      <a:pt x="112585" y="112585"/>
                    </a:moveTo>
                    <a:lnTo>
                      <a:pt x="0" y="112585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0" y="68580"/>
                      <a:pt x="112585" y="112585"/>
                    </a:cubicBezTo>
                    <a:lnTo>
                      <a:pt x="112585" y="11258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5" name="Google Shape;455;p16"/>
            <p:cNvGrpSpPr/>
            <p:nvPr/>
          </p:nvGrpSpPr>
          <p:grpSpPr>
            <a:xfrm>
              <a:off x="10572463" y="3657790"/>
              <a:ext cx="438817" cy="746569"/>
              <a:chOff x="10572463" y="3657790"/>
              <a:chExt cx="438817" cy="746569"/>
            </a:xfrm>
          </p:grpSpPr>
          <p:sp>
            <p:nvSpPr>
              <p:cNvPr id="456" name="Google Shape;456;p16"/>
              <p:cNvSpPr/>
              <p:nvPr/>
            </p:nvSpPr>
            <p:spPr>
              <a:xfrm>
                <a:off x="10572463" y="3657790"/>
                <a:ext cx="438817" cy="746569"/>
              </a:xfrm>
              <a:custGeom>
                <a:avLst/>
                <a:gdLst/>
                <a:ahLst/>
                <a:cxnLst/>
                <a:rect l="l" t="t" r="r" b="b"/>
                <a:pathLst>
                  <a:path w="438817" h="746569" extrusionOk="0">
                    <a:moveTo>
                      <a:pt x="438722" y="746570"/>
                    </a:moveTo>
                    <a:lnTo>
                      <a:pt x="0" y="746570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2" y="68580"/>
                      <a:pt x="438817" y="112586"/>
                    </a:cubicBezTo>
                    <a:lnTo>
                      <a:pt x="438817" y="74657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57" name="Google Shape;457;p16"/>
              <p:cNvGrpSpPr/>
              <p:nvPr/>
            </p:nvGrpSpPr>
            <p:grpSpPr>
              <a:xfrm>
                <a:off x="10635138" y="3754469"/>
                <a:ext cx="313848" cy="288321"/>
                <a:chOff x="10635138" y="3754469"/>
                <a:chExt cx="313848" cy="288321"/>
              </a:xfrm>
            </p:grpSpPr>
            <p:sp>
              <p:nvSpPr>
                <p:cNvPr id="458" name="Google Shape;458;p16"/>
                <p:cNvSpPr/>
                <p:nvPr/>
              </p:nvSpPr>
              <p:spPr>
                <a:xfrm>
                  <a:off x="10635138" y="375446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9" name="Google Shape;459;p16"/>
                <p:cNvSpPr/>
                <p:nvPr/>
              </p:nvSpPr>
              <p:spPr>
                <a:xfrm>
                  <a:off x="10635138" y="380790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0" name="Google Shape;460;p16"/>
                <p:cNvSpPr/>
                <p:nvPr/>
              </p:nvSpPr>
              <p:spPr>
                <a:xfrm>
                  <a:off x="10635138" y="386124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1" name="Google Shape;461;p16"/>
                <p:cNvSpPr/>
                <p:nvPr/>
              </p:nvSpPr>
              <p:spPr>
                <a:xfrm>
                  <a:off x="10635138" y="391458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2" name="Google Shape;462;p16"/>
                <p:cNvSpPr/>
                <p:nvPr/>
              </p:nvSpPr>
              <p:spPr>
                <a:xfrm>
                  <a:off x="10635138" y="396801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3" name="Google Shape;463;p16"/>
                <p:cNvSpPr/>
                <p:nvPr/>
              </p:nvSpPr>
              <p:spPr>
                <a:xfrm>
                  <a:off x="10635138" y="4021359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64" name="Google Shape;464;p16"/>
              <p:cNvGrpSpPr/>
              <p:nvPr/>
            </p:nvGrpSpPr>
            <p:grpSpPr>
              <a:xfrm>
                <a:off x="10635138" y="4128801"/>
                <a:ext cx="313848" cy="181547"/>
                <a:chOff x="10635138" y="4128801"/>
                <a:chExt cx="313848" cy="181547"/>
              </a:xfrm>
            </p:grpSpPr>
            <p:sp>
              <p:nvSpPr>
                <p:cNvPr id="465" name="Google Shape;465;p16"/>
                <p:cNvSpPr/>
                <p:nvPr/>
              </p:nvSpPr>
              <p:spPr>
                <a:xfrm>
                  <a:off x="10635138" y="412880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6" name="Google Shape;466;p16"/>
                <p:cNvSpPr/>
                <p:nvPr/>
              </p:nvSpPr>
              <p:spPr>
                <a:xfrm>
                  <a:off x="10635138" y="418214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7" name="Google Shape;467;p16"/>
                <p:cNvSpPr/>
                <p:nvPr/>
              </p:nvSpPr>
              <p:spPr>
                <a:xfrm>
                  <a:off x="10635138" y="423548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8" name="Google Shape;468;p16"/>
                <p:cNvSpPr/>
                <p:nvPr/>
              </p:nvSpPr>
              <p:spPr>
                <a:xfrm>
                  <a:off x="10635138" y="4288917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69" name="Google Shape;469;p16"/>
              <p:cNvSpPr/>
              <p:nvPr/>
            </p:nvSpPr>
            <p:spPr>
              <a:xfrm>
                <a:off x="10898599" y="3657790"/>
                <a:ext cx="112586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6" h="112585" extrusionOk="0">
                    <a:moveTo>
                      <a:pt x="112586" y="112586"/>
                    </a:moveTo>
                    <a:lnTo>
                      <a:pt x="0" y="112586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1" y="68580"/>
                      <a:pt x="112586" y="112586"/>
                    </a:cubicBezTo>
                    <a:lnTo>
                      <a:pt x="112586" y="1125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70" name="Google Shape;470;p16"/>
          <p:cNvGrpSpPr/>
          <p:nvPr/>
        </p:nvGrpSpPr>
        <p:grpSpPr>
          <a:xfrm>
            <a:off x="309868" y="711612"/>
            <a:ext cx="18197" cy="243247"/>
            <a:chOff x="10809827" y="4402455"/>
            <a:chExt cx="24764" cy="330993"/>
          </a:xfrm>
        </p:grpSpPr>
        <p:sp>
          <p:nvSpPr>
            <p:cNvPr id="471" name="Google Shape;471;p16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2" name="Google Shape;472;p16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3" name="Google Shape;473;p16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4" name="Google Shape;474;p16"/>
          <p:cNvGrpSpPr/>
          <p:nvPr/>
        </p:nvGrpSpPr>
        <p:grpSpPr>
          <a:xfrm>
            <a:off x="8421644" y="1045085"/>
            <a:ext cx="396068" cy="717683"/>
            <a:chOff x="1945386" y="5582316"/>
            <a:chExt cx="470725" cy="852963"/>
          </a:xfrm>
        </p:grpSpPr>
        <p:grpSp>
          <p:nvGrpSpPr>
            <p:cNvPr id="475" name="Google Shape;475;p16"/>
            <p:cNvGrpSpPr/>
            <p:nvPr/>
          </p:nvGrpSpPr>
          <p:grpSpPr>
            <a:xfrm>
              <a:off x="1945386" y="5582316"/>
              <a:ext cx="470725" cy="852963"/>
              <a:chOff x="1945386" y="5582316"/>
              <a:chExt cx="470725" cy="852963"/>
            </a:xfrm>
          </p:grpSpPr>
          <p:sp>
            <p:nvSpPr>
              <p:cNvPr id="476" name="Google Shape;476;p16"/>
              <p:cNvSpPr/>
              <p:nvPr/>
            </p:nvSpPr>
            <p:spPr>
              <a:xfrm>
                <a:off x="1945386" y="5582316"/>
                <a:ext cx="470725" cy="852963"/>
              </a:xfrm>
              <a:custGeom>
                <a:avLst/>
                <a:gdLst/>
                <a:ahLst/>
                <a:cxnLst/>
                <a:rect l="l" t="t" r="r" b="b"/>
                <a:pathLst>
                  <a:path w="470725" h="852963" extrusionOk="0">
                    <a:moveTo>
                      <a:pt x="435388" y="0"/>
                    </a:moveTo>
                    <a:cubicBezTo>
                      <a:pt x="454904" y="0"/>
                      <a:pt x="470726" y="15821"/>
                      <a:pt x="470726" y="35338"/>
                    </a:cubicBezTo>
                    <a:lnTo>
                      <a:pt x="470726" y="817626"/>
                    </a:lnTo>
                    <a:cubicBezTo>
                      <a:pt x="470726" y="837143"/>
                      <a:pt x="454904" y="852964"/>
                      <a:pt x="435388" y="852964"/>
                    </a:cubicBezTo>
                    <a:lnTo>
                      <a:pt x="35338" y="852964"/>
                    </a:lnTo>
                    <a:cubicBezTo>
                      <a:pt x="15821" y="852964"/>
                      <a:pt x="0" y="837143"/>
                      <a:pt x="0" y="817626"/>
                    </a:cubicBezTo>
                    <a:lnTo>
                      <a:pt x="0" y="35338"/>
                    </a:lnTo>
                    <a:cubicBezTo>
                      <a:pt x="0" y="15822"/>
                      <a:pt x="15821" y="0"/>
                      <a:pt x="353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7" name="Google Shape;477;p16"/>
              <p:cNvSpPr/>
              <p:nvPr/>
            </p:nvSpPr>
            <p:spPr>
              <a:xfrm>
                <a:off x="1965864" y="5625846"/>
                <a:ext cx="429577" cy="699420"/>
              </a:xfrm>
              <a:custGeom>
                <a:avLst/>
                <a:gdLst/>
                <a:ahLst/>
                <a:cxnLst/>
                <a:rect l="l" t="t" r="r" b="b"/>
                <a:pathLst>
                  <a:path w="429577" h="699420" extrusionOk="0">
                    <a:moveTo>
                      <a:pt x="0" y="0"/>
                    </a:moveTo>
                    <a:lnTo>
                      <a:pt x="429578" y="0"/>
                    </a:lnTo>
                    <a:lnTo>
                      <a:pt x="429578" y="699421"/>
                    </a:lnTo>
                    <a:lnTo>
                      <a:pt x="0" y="69942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78" name="Google Shape;478;p16"/>
            <p:cNvSpPr/>
            <p:nvPr/>
          </p:nvSpPr>
          <p:spPr>
            <a:xfrm>
              <a:off x="1986438" y="6371462"/>
              <a:ext cx="388334" cy="32194"/>
            </a:xfrm>
            <a:custGeom>
              <a:avLst/>
              <a:gdLst/>
              <a:ahLst/>
              <a:cxnLst/>
              <a:rect l="l" t="t" r="r" b="b"/>
              <a:pathLst>
                <a:path w="388334" h="32194" extrusionOk="0">
                  <a:moveTo>
                    <a:pt x="88011" y="0"/>
                  </a:moveTo>
                  <a:lnTo>
                    <a:pt x="16097" y="0"/>
                  </a:lnTo>
                  <a:cubicBezTo>
                    <a:pt x="7239" y="0"/>
                    <a:pt x="0" y="7239"/>
                    <a:pt x="0" y="16097"/>
                  </a:cubicBezTo>
                  <a:cubicBezTo>
                    <a:pt x="0" y="24955"/>
                    <a:pt x="7239" y="32195"/>
                    <a:pt x="16097" y="32195"/>
                  </a:cubicBezTo>
                  <a:lnTo>
                    <a:pt x="88011" y="32195"/>
                  </a:lnTo>
                  <a:cubicBezTo>
                    <a:pt x="96869" y="32195"/>
                    <a:pt x="104108" y="24955"/>
                    <a:pt x="104108" y="16097"/>
                  </a:cubicBezTo>
                  <a:cubicBezTo>
                    <a:pt x="104108" y="7239"/>
                    <a:pt x="96869" y="0"/>
                    <a:pt x="88011" y="0"/>
                  </a:cubicBezTo>
                  <a:close/>
                  <a:moveTo>
                    <a:pt x="230124" y="0"/>
                  </a:moveTo>
                  <a:lnTo>
                    <a:pt x="158210" y="0"/>
                  </a:lnTo>
                  <a:cubicBezTo>
                    <a:pt x="149352" y="0"/>
                    <a:pt x="142113" y="7239"/>
                    <a:pt x="142113" y="16097"/>
                  </a:cubicBezTo>
                  <a:cubicBezTo>
                    <a:pt x="142113" y="24955"/>
                    <a:pt x="149352" y="32195"/>
                    <a:pt x="158210" y="32195"/>
                  </a:cubicBezTo>
                  <a:lnTo>
                    <a:pt x="230124" y="32195"/>
                  </a:lnTo>
                  <a:cubicBezTo>
                    <a:pt x="238982" y="32195"/>
                    <a:pt x="246221" y="24955"/>
                    <a:pt x="246221" y="16097"/>
                  </a:cubicBezTo>
                  <a:cubicBezTo>
                    <a:pt x="246221" y="7239"/>
                    <a:pt x="238982" y="0"/>
                    <a:pt x="230124" y="0"/>
                  </a:cubicBezTo>
                  <a:close/>
                  <a:moveTo>
                    <a:pt x="372237" y="0"/>
                  </a:moveTo>
                  <a:lnTo>
                    <a:pt x="300323" y="0"/>
                  </a:lnTo>
                  <a:cubicBezTo>
                    <a:pt x="291465" y="0"/>
                    <a:pt x="284226" y="7239"/>
                    <a:pt x="284226" y="16097"/>
                  </a:cubicBezTo>
                  <a:cubicBezTo>
                    <a:pt x="284226" y="24955"/>
                    <a:pt x="291465" y="32195"/>
                    <a:pt x="300323" y="32195"/>
                  </a:cubicBezTo>
                  <a:lnTo>
                    <a:pt x="372237" y="32195"/>
                  </a:lnTo>
                  <a:cubicBezTo>
                    <a:pt x="381095" y="32195"/>
                    <a:pt x="388334" y="24955"/>
                    <a:pt x="388334" y="16097"/>
                  </a:cubicBezTo>
                  <a:cubicBezTo>
                    <a:pt x="388334" y="7239"/>
                    <a:pt x="381095" y="0"/>
                    <a:pt x="3722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" name="Google Shape;479;p16"/>
          <p:cNvGrpSpPr/>
          <p:nvPr/>
        </p:nvGrpSpPr>
        <p:grpSpPr>
          <a:xfrm>
            <a:off x="8088695" y="57742"/>
            <a:ext cx="1061979" cy="558999"/>
            <a:chOff x="3859815" y="2867310"/>
            <a:chExt cx="1262157" cy="664368"/>
          </a:xfrm>
        </p:grpSpPr>
        <p:sp>
          <p:nvSpPr>
            <p:cNvPr id="480" name="Google Shape;480;p16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81" name="Google Shape;481;p16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482" name="Google Shape;482;p16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483" name="Google Shape;483;p16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484" name="Google Shape;484;p16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5" name="Google Shape;485;p16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6" name="Google Shape;486;p16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487" name="Google Shape;487;p16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16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9" name="Google Shape;489;p16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490" name="Google Shape;490;p16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1" name="Google Shape;491;p16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92" name="Google Shape;492;p16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3" name="Google Shape;493;p16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4" name="Google Shape;494;p16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95" name="Google Shape;495;p16"/>
          <p:cNvGrpSpPr/>
          <p:nvPr/>
        </p:nvGrpSpPr>
        <p:grpSpPr>
          <a:xfrm>
            <a:off x="8582238" y="611818"/>
            <a:ext cx="33124" cy="442802"/>
            <a:chOff x="10809827" y="4402455"/>
            <a:chExt cx="24764" cy="330993"/>
          </a:xfrm>
        </p:grpSpPr>
        <p:sp>
          <p:nvSpPr>
            <p:cNvPr id="496" name="Google Shape;496;p16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p16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p16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17"/>
          <p:cNvSpPr txBox="1">
            <a:spLocks noGrp="1"/>
          </p:cNvSpPr>
          <p:nvPr>
            <p:ph type="subTitle" idx="1"/>
          </p:nvPr>
        </p:nvSpPr>
        <p:spPr>
          <a:xfrm>
            <a:off x="1253225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2" name="Google Shape;502;p17"/>
          <p:cNvSpPr txBox="1">
            <a:spLocks noGrp="1"/>
          </p:cNvSpPr>
          <p:nvPr>
            <p:ph type="subTitle" idx="2"/>
          </p:nvPr>
        </p:nvSpPr>
        <p:spPr>
          <a:xfrm>
            <a:off x="5079776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3" name="Google Shape;503;p17"/>
          <p:cNvSpPr txBox="1">
            <a:spLocks noGrp="1"/>
          </p:cNvSpPr>
          <p:nvPr>
            <p:ph type="subTitle" idx="3"/>
          </p:nvPr>
        </p:nvSpPr>
        <p:spPr>
          <a:xfrm>
            <a:off x="1253225" y="35653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17"/>
          <p:cNvSpPr txBox="1">
            <a:spLocks noGrp="1"/>
          </p:cNvSpPr>
          <p:nvPr>
            <p:ph type="subTitle" idx="4"/>
          </p:nvPr>
        </p:nvSpPr>
        <p:spPr>
          <a:xfrm>
            <a:off x="5079776" y="35653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17"/>
          <p:cNvSpPr txBox="1">
            <a:spLocks noGrp="1"/>
          </p:cNvSpPr>
          <p:nvPr>
            <p:ph type="subTitle" idx="5"/>
          </p:nvPr>
        </p:nvSpPr>
        <p:spPr>
          <a:xfrm>
            <a:off x="1253225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6" name="Google Shape;506;p17"/>
          <p:cNvSpPr txBox="1">
            <a:spLocks noGrp="1"/>
          </p:cNvSpPr>
          <p:nvPr>
            <p:ph type="subTitle" idx="6"/>
          </p:nvPr>
        </p:nvSpPr>
        <p:spPr>
          <a:xfrm>
            <a:off x="1253225" y="2875125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7" name="Google Shape;507;p17"/>
          <p:cNvSpPr txBox="1">
            <a:spLocks noGrp="1"/>
          </p:cNvSpPr>
          <p:nvPr>
            <p:ph type="subTitle" idx="7"/>
          </p:nvPr>
        </p:nvSpPr>
        <p:spPr>
          <a:xfrm>
            <a:off x="5079750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8" name="Google Shape;508;p17"/>
          <p:cNvSpPr txBox="1">
            <a:spLocks noGrp="1"/>
          </p:cNvSpPr>
          <p:nvPr>
            <p:ph type="subTitle" idx="8"/>
          </p:nvPr>
        </p:nvSpPr>
        <p:spPr>
          <a:xfrm>
            <a:off x="5079750" y="2875125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9" name="Google Shape;509;p17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7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1" name="Google Shape;511;p17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512" name="Google Shape;512;p17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513" name="Google Shape;513;p17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4" name="Google Shape;514;p17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5" name="Google Shape;515;p17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16" name="Google Shape;516;p17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7" name="Google Shape;517;p17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518" name="Google Shape;518;p17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519" name="Google Shape;519;p17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0" name="Google Shape;520;p17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521" name="Google Shape;521;p17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2" name="Google Shape;522;p17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3" name="Google Shape;523;p17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24" name="Google Shape;524;p17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525" name="Google Shape;525;p17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6" name="Google Shape;526;p17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527" name="Google Shape;527;p17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528" name="Google Shape;528;p17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17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0" name="Google Shape;530;p17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531" name="Google Shape;531;p17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17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3" name="Google Shape;533;p17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534" name="Google Shape;534;p17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5" name="Google Shape;535;p17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23"/>
          <p:cNvSpPr/>
          <p:nvPr/>
        </p:nvSpPr>
        <p:spPr>
          <a:xfrm rot="-1900174" flipH="1">
            <a:off x="-500059" y="-436065"/>
            <a:ext cx="1729608" cy="139855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23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23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3"/>
          <p:cNvSpPr/>
          <p:nvPr/>
        </p:nvSpPr>
        <p:spPr>
          <a:xfrm rot="531593" flipH="1">
            <a:off x="-1222788" y="3829381"/>
            <a:ext cx="2902962" cy="234732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2" name="Google Shape;692;p23"/>
          <p:cNvGrpSpPr/>
          <p:nvPr/>
        </p:nvGrpSpPr>
        <p:grpSpPr>
          <a:xfrm>
            <a:off x="7931872" y="177093"/>
            <a:ext cx="997823" cy="737095"/>
            <a:chOff x="7931872" y="177093"/>
            <a:chExt cx="997823" cy="737095"/>
          </a:xfrm>
        </p:grpSpPr>
        <p:grpSp>
          <p:nvGrpSpPr>
            <p:cNvPr id="693" name="Google Shape;693;p23"/>
            <p:cNvGrpSpPr/>
            <p:nvPr/>
          </p:nvGrpSpPr>
          <p:grpSpPr>
            <a:xfrm>
              <a:off x="7931872" y="177093"/>
              <a:ext cx="919725" cy="318025"/>
              <a:chOff x="7230903" y="4635722"/>
              <a:chExt cx="652843" cy="225742"/>
            </a:xfrm>
          </p:grpSpPr>
          <p:sp>
            <p:nvSpPr>
              <p:cNvPr id="694" name="Google Shape;694;p23"/>
              <p:cNvSpPr/>
              <p:nvPr/>
            </p:nvSpPr>
            <p:spPr>
              <a:xfrm>
                <a:off x="7230903" y="4635722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5" name="Google Shape;695;p23"/>
              <p:cNvSpPr/>
              <p:nvPr/>
            </p:nvSpPr>
            <p:spPr>
              <a:xfrm>
                <a:off x="7287577" y="4672107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96" name="Google Shape;696;p23"/>
              <p:cNvGrpSpPr/>
              <p:nvPr/>
            </p:nvGrpSpPr>
            <p:grpSpPr>
              <a:xfrm>
                <a:off x="7487126" y="4676394"/>
                <a:ext cx="332041" cy="142684"/>
                <a:chOff x="7487126" y="4676394"/>
                <a:chExt cx="332041" cy="142684"/>
              </a:xfrm>
            </p:grpSpPr>
            <p:sp>
              <p:nvSpPr>
                <p:cNvPr id="697" name="Google Shape;697;p23"/>
                <p:cNvSpPr/>
                <p:nvPr/>
              </p:nvSpPr>
              <p:spPr>
                <a:xfrm>
                  <a:off x="7487126" y="4676394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8" name="Google Shape;698;p23"/>
                <p:cNvSpPr/>
                <p:nvPr/>
              </p:nvSpPr>
              <p:spPr>
                <a:xfrm>
                  <a:off x="7487126" y="4717161"/>
                  <a:ext cx="29032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322" h="20383" extrusionOk="0">
                      <a:moveTo>
                        <a:pt x="0" y="0"/>
                      </a:moveTo>
                      <a:lnTo>
                        <a:pt x="290322" y="0"/>
                      </a:lnTo>
                      <a:lnTo>
                        <a:pt x="29032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9" name="Google Shape;699;p23"/>
                <p:cNvSpPr/>
                <p:nvPr/>
              </p:nvSpPr>
              <p:spPr>
                <a:xfrm>
                  <a:off x="7487126" y="4757928"/>
                  <a:ext cx="30394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942" h="20383" extrusionOk="0">
                      <a:moveTo>
                        <a:pt x="0" y="0"/>
                      </a:moveTo>
                      <a:lnTo>
                        <a:pt x="303942" y="0"/>
                      </a:lnTo>
                      <a:lnTo>
                        <a:pt x="30394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0" name="Google Shape;700;p23"/>
                <p:cNvSpPr/>
                <p:nvPr/>
              </p:nvSpPr>
              <p:spPr>
                <a:xfrm>
                  <a:off x="7487126" y="4798695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01" name="Google Shape;701;p23"/>
            <p:cNvGrpSpPr/>
            <p:nvPr/>
          </p:nvGrpSpPr>
          <p:grpSpPr>
            <a:xfrm>
              <a:off x="7931872" y="596163"/>
              <a:ext cx="919725" cy="318025"/>
              <a:chOff x="7230903" y="4933188"/>
              <a:chExt cx="652843" cy="225742"/>
            </a:xfrm>
          </p:grpSpPr>
          <p:grpSp>
            <p:nvGrpSpPr>
              <p:cNvPr id="702" name="Google Shape;702;p23"/>
              <p:cNvGrpSpPr/>
              <p:nvPr/>
            </p:nvGrpSpPr>
            <p:grpSpPr>
              <a:xfrm>
                <a:off x="7230903" y="4933188"/>
                <a:ext cx="652843" cy="225742"/>
                <a:chOff x="7230903" y="4933188"/>
                <a:chExt cx="652843" cy="225742"/>
              </a:xfrm>
            </p:grpSpPr>
            <p:sp>
              <p:nvSpPr>
                <p:cNvPr id="703" name="Google Shape;703;p23"/>
                <p:cNvSpPr/>
                <p:nvPr/>
              </p:nvSpPr>
              <p:spPr>
                <a:xfrm>
                  <a:off x="7230903" y="4933188"/>
                  <a:ext cx="652843" cy="225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843" h="225742" extrusionOk="0">
                      <a:moveTo>
                        <a:pt x="619030" y="0"/>
                      </a:moveTo>
                      <a:cubicBezTo>
                        <a:pt x="637705" y="0"/>
                        <a:pt x="652844" y="15139"/>
                        <a:pt x="652844" y="33814"/>
                      </a:cubicBezTo>
                      <a:lnTo>
                        <a:pt x="652844" y="191929"/>
                      </a:lnTo>
                      <a:cubicBezTo>
                        <a:pt x="652844" y="210604"/>
                        <a:pt x="637704" y="225742"/>
                        <a:pt x="619030" y="225742"/>
                      </a:cubicBezTo>
                      <a:lnTo>
                        <a:pt x="33814" y="225742"/>
                      </a:lnTo>
                      <a:cubicBezTo>
                        <a:pt x="15139" y="225742"/>
                        <a:pt x="0" y="210604"/>
                        <a:pt x="0" y="191929"/>
                      </a:cubicBezTo>
                      <a:lnTo>
                        <a:pt x="0" y="33814"/>
                      </a:lnTo>
                      <a:cubicBezTo>
                        <a:pt x="0" y="15139"/>
                        <a:pt x="15139" y="0"/>
                        <a:pt x="33814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4" name="Google Shape;704;p23"/>
                <p:cNvSpPr/>
                <p:nvPr/>
              </p:nvSpPr>
              <p:spPr>
                <a:xfrm>
                  <a:off x="7287577" y="4969668"/>
                  <a:ext cx="151161" cy="15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161" h="151161" extrusionOk="0">
                      <a:moveTo>
                        <a:pt x="75534" y="151162"/>
                      </a:moveTo>
                      <a:lnTo>
                        <a:pt x="75534" y="151162"/>
                      </a:lnTo>
                      <a:cubicBezTo>
                        <a:pt x="33814" y="151162"/>
                        <a:pt x="0" y="117348"/>
                        <a:pt x="0" y="75629"/>
                      </a:cubicBezTo>
                      <a:lnTo>
                        <a:pt x="0" y="75629"/>
                      </a:lnTo>
                      <a:cubicBezTo>
                        <a:pt x="0" y="33909"/>
                        <a:pt x="33814" y="0"/>
                        <a:pt x="75534" y="0"/>
                      </a:cubicBezTo>
                      <a:lnTo>
                        <a:pt x="75534" y="0"/>
                      </a:lnTo>
                      <a:cubicBezTo>
                        <a:pt x="117253" y="0"/>
                        <a:pt x="151162" y="33814"/>
                        <a:pt x="151162" y="75533"/>
                      </a:cubicBezTo>
                      <a:lnTo>
                        <a:pt x="151162" y="75533"/>
                      </a:lnTo>
                      <a:cubicBezTo>
                        <a:pt x="151162" y="117253"/>
                        <a:pt x="117348" y="151162"/>
                        <a:pt x="75534" y="15116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705" name="Google Shape;705;p23"/>
                <p:cNvGrpSpPr/>
                <p:nvPr/>
              </p:nvGrpSpPr>
              <p:grpSpPr>
                <a:xfrm>
                  <a:off x="7487126" y="4973859"/>
                  <a:ext cx="332041" cy="142684"/>
                  <a:chOff x="7487126" y="4973859"/>
                  <a:chExt cx="332041" cy="142684"/>
                </a:xfrm>
              </p:grpSpPr>
              <p:sp>
                <p:nvSpPr>
                  <p:cNvPr id="706" name="Google Shape;706;p23"/>
                  <p:cNvSpPr/>
                  <p:nvPr/>
                </p:nvSpPr>
                <p:spPr>
                  <a:xfrm>
                    <a:off x="7506747" y="4973859"/>
                    <a:ext cx="280034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0034" h="20383" extrusionOk="0">
                        <a:moveTo>
                          <a:pt x="0" y="0"/>
                        </a:moveTo>
                        <a:lnTo>
                          <a:pt x="280035" y="0"/>
                        </a:lnTo>
                        <a:lnTo>
                          <a:pt x="28003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3"/>
                  <p:cNvSpPr/>
                  <p:nvPr/>
                </p:nvSpPr>
                <p:spPr>
                  <a:xfrm>
                    <a:off x="7487126" y="5014626"/>
                    <a:ext cx="205073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5073" h="20383" extrusionOk="0">
                        <a:moveTo>
                          <a:pt x="0" y="0"/>
                        </a:moveTo>
                        <a:lnTo>
                          <a:pt x="205073" y="0"/>
                        </a:lnTo>
                        <a:lnTo>
                          <a:pt x="205073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8" name="Google Shape;708;p23"/>
                  <p:cNvSpPr/>
                  <p:nvPr/>
                </p:nvSpPr>
                <p:spPr>
                  <a:xfrm>
                    <a:off x="7487126" y="5055393"/>
                    <a:ext cx="332041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2041" h="20383" extrusionOk="0">
                        <a:moveTo>
                          <a:pt x="0" y="0"/>
                        </a:moveTo>
                        <a:lnTo>
                          <a:pt x="332041" y="0"/>
                        </a:lnTo>
                        <a:lnTo>
                          <a:pt x="332041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9" name="Google Shape;709;p23"/>
                  <p:cNvSpPr/>
                  <p:nvPr/>
                </p:nvSpPr>
                <p:spPr>
                  <a:xfrm>
                    <a:off x="7487126" y="5096160"/>
                    <a:ext cx="171545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545" h="20383" extrusionOk="0">
                        <a:moveTo>
                          <a:pt x="0" y="0"/>
                        </a:moveTo>
                        <a:lnTo>
                          <a:pt x="171545" y="0"/>
                        </a:lnTo>
                        <a:lnTo>
                          <a:pt x="17154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710" name="Google Shape;710;p23"/>
              <p:cNvSpPr/>
              <p:nvPr/>
            </p:nvSpPr>
            <p:spPr>
              <a:xfrm>
                <a:off x="7338250" y="5011639"/>
                <a:ext cx="50734" cy="60632"/>
              </a:xfrm>
              <a:custGeom>
                <a:avLst/>
                <a:gdLst/>
                <a:ahLst/>
                <a:cxnLst/>
                <a:rect l="l" t="t" r="r" b="b"/>
                <a:pathLst>
                  <a:path w="50734" h="60632" extrusionOk="0">
                    <a:moveTo>
                      <a:pt x="0" y="4892"/>
                    </a:moveTo>
                    <a:lnTo>
                      <a:pt x="0" y="55851"/>
                    </a:lnTo>
                    <a:cubicBezTo>
                      <a:pt x="0" y="59566"/>
                      <a:pt x="4001" y="61851"/>
                      <a:pt x="7239" y="59947"/>
                    </a:cubicBezTo>
                    <a:lnTo>
                      <a:pt x="48387" y="35563"/>
                    </a:lnTo>
                    <a:cubicBezTo>
                      <a:pt x="51435" y="33753"/>
                      <a:pt x="51531" y="29371"/>
                      <a:pt x="48578" y="27371"/>
                    </a:cubicBezTo>
                    <a:lnTo>
                      <a:pt x="7430" y="796"/>
                    </a:lnTo>
                    <a:cubicBezTo>
                      <a:pt x="4191" y="-1299"/>
                      <a:pt x="0" y="987"/>
                      <a:pt x="0" y="479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11" name="Google Shape;711;p23"/>
            <p:cNvGrpSpPr/>
            <p:nvPr/>
          </p:nvGrpSpPr>
          <p:grpSpPr>
            <a:xfrm>
              <a:off x="8756326" y="539537"/>
              <a:ext cx="173370" cy="112691"/>
              <a:chOff x="7816120" y="4892994"/>
              <a:chExt cx="123062" cy="79991"/>
            </a:xfrm>
          </p:grpSpPr>
          <p:grpSp>
            <p:nvGrpSpPr>
              <p:cNvPr id="712" name="Google Shape;712;p23"/>
              <p:cNvGrpSpPr/>
              <p:nvPr/>
            </p:nvGrpSpPr>
            <p:grpSpPr>
              <a:xfrm>
                <a:off x="7816120" y="4902803"/>
                <a:ext cx="123062" cy="63817"/>
                <a:chOff x="7816120" y="4902803"/>
                <a:chExt cx="123062" cy="63817"/>
              </a:xfrm>
            </p:grpSpPr>
            <p:sp>
              <p:nvSpPr>
                <p:cNvPr id="713" name="Google Shape;713;p23"/>
                <p:cNvSpPr/>
                <p:nvPr/>
              </p:nvSpPr>
              <p:spPr>
                <a:xfrm>
                  <a:off x="7816120" y="4902803"/>
                  <a:ext cx="123062" cy="63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2" h="63817" extrusionOk="0">
                      <a:moveTo>
                        <a:pt x="61531" y="63817"/>
                      </a:moveTo>
                      <a:cubicBezTo>
                        <a:pt x="86963" y="63817"/>
                        <a:pt x="109442" y="51244"/>
                        <a:pt x="123063" y="31909"/>
                      </a:cubicBezTo>
                      <a:cubicBezTo>
                        <a:pt x="109442" y="12573"/>
                        <a:pt x="86963" y="0"/>
                        <a:pt x="61531" y="0"/>
                      </a:cubicBezTo>
                      <a:cubicBezTo>
                        <a:pt x="36100" y="0"/>
                        <a:pt x="13621" y="12573"/>
                        <a:pt x="0" y="31909"/>
                      </a:cubicBezTo>
                      <a:cubicBezTo>
                        <a:pt x="13621" y="51244"/>
                        <a:pt x="36100" y="63817"/>
                        <a:pt x="61531" y="6381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14" name="Google Shape;714;p23"/>
                <p:cNvSpPr/>
                <p:nvPr/>
              </p:nvSpPr>
              <p:spPr>
                <a:xfrm>
                  <a:off x="7858029" y="4915090"/>
                  <a:ext cx="39242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2" h="39243" extrusionOk="0">
                      <a:moveTo>
                        <a:pt x="39243" y="19621"/>
                      </a:moveTo>
                      <a:cubicBezTo>
                        <a:pt x="39243" y="30458"/>
                        <a:pt x="30458" y="39243"/>
                        <a:pt x="19621" y="39243"/>
                      </a:cubicBezTo>
                      <a:cubicBezTo>
                        <a:pt x="8785" y="39243"/>
                        <a:pt x="0" y="30458"/>
                        <a:pt x="0" y="19621"/>
                      </a:cubicBezTo>
                      <a:cubicBezTo>
                        <a:pt x="0" y="8785"/>
                        <a:pt x="8785" y="0"/>
                        <a:pt x="19621" y="0"/>
                      </a:cubicBezTo>
                      <a:cubicBezTo>
                        <a:pt x="30458" y="0"/>
                        <a:pt x="39243" y="8785"/>
                        <a:pt x="39243" y="1962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15" name="Google Shape;715;p23"/>
              <p:cNvSpPr/>
              <p:nvPr/>
            </p:nvSpPr>
            <p:spPr>
              <a:xfrm rot="-2700000">
                <a:off x="7825456" y="4928129"/>
                <a:ext cx="103403" cy="9720"/>
              </a:xfrm>
              <a:custGeom>
                <a:avLst/>
                <a:gdLst/>
                <a:ahLst/>
                <a:cxnLst/>
                <a:rect l="l" t="t" r="r" b="b"/>
                <a:pathLst>
                  <a:path w="103346" h="9715" extrusionOk="0">
                    <a:moveTo>
                      <a:pt x="0" y="0"/>
                    </a:moveTo>
                    <a:lnTo>
                      <a:pt x="103346" y="0"/>
                    </a:lnTo>
                    <a:lnTo>
                      <a:pt x="103346" y="9716"/>
                    </a:lnTo>
                    <a:lnTo>
                      <a:pt x="0" y="971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24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24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9" name="Google Shape;719;p24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720" name="Google Shape;720;p24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721" name="Google Shape;721;p24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2" name="Google Shape;722;p24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3" name="Google Shape;723;p24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24" name="Google Shape;724;p24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5" name="Google Shape;725;p24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726" name="Google Shape;726;p24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727" name="Google Shape;727;p24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28" name="Google Shape;728;p24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729" name="Google Shape;729;p24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30" name="Google Shape;730;p24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31" name="Google Shape;731;p24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32" name="Google Shape;732;p24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733" name="Google Shape;733;p24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34" name="Google Shape;734;p24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735" name="Google Shape;735;p24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736" name="Google Shape;736;p24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7" name="Google Shape;737;p24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38" name="Google Shape;738;p24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739" name="Google Shape;739;p24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4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41" name="Google Shape;741;p24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742" name="Google Shape;742;p24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3" name="Google Shape;743;p24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60" r:id="rId8"/>
    <p:sldLayoutId id="2147483662" r:id="rId9"/>
    <p:sldLayoutId id="2147483663" r:id="rId10"/>
    <p:sldLayoutId id="2147483669" r:id="rId11"/>
    <p:sldLayoutId id="214748367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pxhere.com/es/photo/1431115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28"/>
          <p:cNvSpPr/>
          <p:nvPr/>
        </p:nvSpPr>
        <p:spPr>
          <a:xfrm rot="1053742">
            <a:off x="4909608" y="421118"/>
            <a:ext cx="4314987" cy="4418593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p28"/>
          <p:cNvSpPr txBox="1">
            <a:spLocks noGrp="1"/>
          </p:cNvSpPr>
          <p:nvPr>
            <p:ph type="ctrTitle"/>
          </p:nvPr>
        </p:nvSpPr>
        <p:spPr>
          <a:xfrm>
            <a:off x="713225" y="1144500"/>
            <a:ext cx="4112100" cy="23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/>
              <a:t>Campo Minato in JavaScript</a:t>
            </a:r>
            <a:endParaRPr dirty="0"/>
          </a:p>
        </p:txBody>
      </p:sp>
      <p:sp>
        <p:nvSpPr>
          <p:cNvPr id="756" name="Google Shape;756;p28"/>
          <p:cNvSpPr txBox="1">
            <a:spLocks noGrp="1"/>
          </p:cNvSpPr>
          <p:nvPr>
            <p:ph type="subTitle" idx="1"/>
          </p:nvPr>
        </p:nvSpPr>
        <p:spPr>
          <a:xfrm>
            <a:off x="713225" y="3523200"/>
            <a:ext cx="4112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Confronto tra sviluppo manuale e sviluppo con supporto di Intelligenza Artificiale</a:t>
            </a:r>
            <a:endParaRPr dirty="0"/>
          </a:p>
        </p:txBody>
      </p:sp>
      <p:grpSp>
        <p:nvGrpSpPr>
          <p:cNvPr id="757" name="Google Shape;757;p28"/>
          <p:cNvGrpSpPr/>
          <p:nvPr/>
        </p:nvGrpSpPr>
        <p:grpSpPr>
          <a:xfrm>
            <a:off x="5165167" y="656304"/>
            <a:ext cx="3841017" cy="3831227"/>
            <a:chOff x="5165167" y="656304"/>
            <a:chExt cx="3841017" cy="3831227"/>
          </a:xfrm>
        </p:grpSpPr>
        <p:grpSp>
          <p:nvGrpSpPr>
            <p:cNvPr id="758" name="Google Shape;758;p28"/>
            <p:cNvGrpSpPr/>
            <p:nvPr/>
          </p:nvGrpSpPr>
          <p:grpSpPr>
            <a:xfrm>
              <a:off x="5631673" y="1763897"/>
              <a:ext cx="2961645" cy="1992933"/>
              <a:chOff x="5311140" y="3874579"/>
              <a:chExt cx="2693384" cy="1812416"/>
            </a:xfrm>
          </p:grpSpPr>
          <p:grpSp>
            <p:nvGrpSpPr>
              <p:cNvPr id="759" name="Google Shape;759;p28"/>
              <p:cNvGrpSpPr/>
              <p:nvPr/>
            </p:nvGrpSpPr>
            <p:grpSpPr>
              <a:xfrm>
                <a:off x="6183439" y="5359431"/>
                <a:ext cx="948880" cy="327564"/>
                <a:chOff x="6183439" y="5359431"/>
                <a:chExt cx="948880" cy="327564"/>
              </a:xfrm>
            </p:grpSpPr>
            <p:sp>
              <p:nvSpPr>
                <p:cNvPr id="760" name="Google Shape;760;p28"/>
                <p:cNvSpPr/>
                <p:nvPr/>
              </p:nvSpPr>
              <p:spPr>
                <a:xfrm>
                  <a:off x="6459569" y="5359431"/>
                  <a:ext cx="396621" cy="2912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621" h="291274" extrusionOk="0">
                      <a:moveTo>
                        <a:pt x="396621" y="0"/>
                      </a:moveTo>
                      <a:lnTo>
                        <a:pt x="396621" y="291274"/>
                      </a:lnTo>
                      <a:lnTo>
                        <a:pt x="0" y="291274"/>
                      </a:lnTo>
                      <a:lnTo>
                        <a:pt x="0" y="0"/>
                      </a:lnTo>
                      <a:lnTo>
                        <a:pt x="140304" y="0"/>
                      </a:lnTo>
                      <a:lnTo>
                        <a:pt x="140304" y="140017"/>
                      </a:lnTo>
                      <a:cubicBezTo>
                        <a:pt x="140304" y="171926"/>
                        <a:pt x="166402" y="198120"/>
                        <a:pt x="198311" y="198120"/>
                      </a:cubicBezTo>
                      <a:cubicBezTo>
                        <a:pt x="230220" y="198120"/>
                        <a:pt x="256413" y="171926"/>
                        <a:pt x="256413" y="140017"/>
                      </a:cubicBezTo>
                      <a:lnTo>
                        <a:pt x="256413" y="0"/>
                      </a:lnTo>
                      <a:lnTo>
                        <a:pt x="396621" y="0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1" name="Google Shape;761;p28"/>
                <p:cNvSpPr/>
                <p:nvPr/>
              </p:nvSpPr>
              <p:spPr>
                <a:xfrm>
                  <a:off x="6459569" y="5359431"/>
                  <a:ext cx="140303" cy="590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303" h="59054" extrusionOk="0">
                      <a:moveTo>
                        <a:pt x="0" y="0"/>
                      </a:moveTo>
                      <a:lnTo>
                        <a:pt x="140304" y="0"/>
                      </a:lnTo>
                      <a:lnTo>
                        <a:pt x="140304" y="59055"/>
                      </a:lnTo>
                      <a:lnTo>
                        <a:pt x="0" y="4286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2" name="Google Shape;762;p28"/>
                <p:cNvSpPr/>
                <p:nvPr/>
              </p:nvSpPr>
              <p:spPr>
                <a:xfrm>
                  <a:off x="6715982" y="5359431"/>
                  <a:ext cx="140207" cy="883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07" h="88391" extrusionOk="0">
                      <a:moveTo>
                        <a:pt x="140208" y="0"/>
                      </a:moveTo>
                      <a:lnTo>
                        <a:pt x="140208" y="88392"/>
                      </a:lnTo>
                      <a:lnTo>
                        <a:pt x="0" y="72295"/>
                      </a:lnTo>
                      <a:lnTo>
                        <a:pt x="0" y="0"/>
                      </a:lnTo>
                      <a:lnTo>
                        <a:pt x="140208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3" name="Google Shape;763;p28"/>
                <p:cNvSpPr/>
                <p:nvPr/>
              </p:nvSpPr>
              <p:spPr>
                <a:xfrm>
                  <a:off x="6183439" y="5647467"/>
                  <a:ext cx="948880" cy="39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8880" h="39528" extrusionOk="0">
                      <a:moveTo>
                        <a:pt x="0" y="0"/>
                      </a:moveTo>
                      <a:lnTo>
                        <a:pt x="948880" y="0"/>
                      </a:lnTo>
                      <a:lnTo>
                        <a:pt x="948880" y="39529"/>
                      </a:lnTo>
                      <a:lnTo>
                        <a:pt x="0" y="3952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64" name="Google Shape;764;p28"/>
              <p:cNvSpPr/>
              <p:nvPr/>
            </p:nvSpPr>
            <p:spPr>
              <a:xfrm>
                <a:off x="5311140" y="3874579"/>
                <a:ext cx="2693384" cy="1517428"/>
              </a:xfrm>
              <a:custGeom>
                <a:avLst/>
                <a:gdLst/>
                <a:ahLst/>
                <a:cxnLst/>
                <a:rect l="l" t="t" r="r" b="b"/>
                <a:pathLst>
                  <a:path w="2693384" h="1517428" extrusionOk="0">
                    <a:moveTo>
                      <a:pt x="2693384" y="107442"/>
                    </a:moveTo>
                    <a:lnTo>
                      <a:pt x="2693384" y="1409890"/>
                    </a:lnTo>
                    <a:cubicBezTo>
                      <a:pt x="2693384" y="1469231"/>
                      <a:pt x="2645283" y="1517428"/>
                      <a:pt x="2585847" y="1517428"/>
                    </a:cubicBezTo>
                    <a:lnTo>
                      <a:pt x="107537" y="1517428"/>
                    </a:lnTo>
                    <a:cubicBezTo>
                      <a:pt x="48101" y="1517428"/>
                      <a:pt x="0" y="1469231"/>
                      <a:pt x="0" y="1409890"/>
                    </a:cubicBezTo>
                    <a:lnTo>
                      <a:pt x="0" y="107442"/>
                    </a:lnTo>
                    <a:cubicBezTo>
                      <a:pt x="0" y="48101"/>
                      <a:pt x="48101" y="0"/>
                      <a:pt x="107537" y="0"/>
                    </a:cubicBezTo>
                    <a:lnTo>
                      <a:pt x="2585847" y="0"/>
                    </a:lnTo>
                    <a:cubicBezTo>
                      <a:pt x="2645283" y="0"/>
                      <a:pt x="2693384" y="48101"/>
                      <a:pt x="2693384" y="10744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5" name="Google Shape;765;p28"/>
              <p:cNvSpPr/>
              <p:nvPr/>
            </p:nvSpPr>
            <p:spPr>
              <a:xfrm>
                <a:off x="5311140" y="4009739"/>
                <a:ext cx="2693384" cy="1223295"/>
              </a:xfrm>
              <a:custGeom>
                <a:avLst/>
                <a:gdLst/>
                <a:ahLst/>
                <a:cxnLst/>
                <a:rect l="l" t="t" r="r" b="b"/>
                <a:pathLst>
                  <a:path w="2693384" h="1223295" extrusionOk="0">
                    <a:moveTo>
                      <a:pt x="0" y="0"/>
                    </a:moveTo>
                    <a:lnTo>
                      <a:pt x="2693384" y="0"/>
                    </a:lnTo>
                    <a:lnTo>
                      <a:pt x="2693384" y="1223296"/>
                    </a:lnTo>
                    <a:lnTo>
                      <a:pt x="0" y="1223296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6" name="Google Shape;766;p28"/>
              <p:cNvSpPr/>
              <p:nvPr/>
            </p:nvSpPr>
            <p:spPr>
              <a:xfrm>
                <a:off x="6619875" y="5273611"/>
                <a:ext cx="76009" cy="76009"/>
              </a:xfrm>
              <a:custGeom>
                <a:avLst/>
                <a:gdLst/>
                <a:ahLst/>
                <a:cxnLst/>
                <a:rect l="l" t="t" r="r" b="b"/>
                <a:pathLst>
                  <a:path w="76009" h="76009" extrusionOk="0">
                    <a:moveTo>
                      <a:pt x="76009" y="38005"/>
                    </a:moveTo>
                    <a:cubicBezTo>
                      <a:pt x="76009" y="58960"/>
                      <a:pt x="59055" y="76010"/>
                      <a:pt x="38005" y="76010"/>
                    </a:cubicBezTo>
                    <a:cubicBezTo>
                      <a:pt x="16955" y="76010"/>
                      <a:pt x="0" y="59055"/>
                      <a:pt x="0" y="38005"/>
                    </a:cubicBezTo>
                    <a:cubicBezTo>
                      <a:pt x="0" y="16954"/>
                      <a:pt x="16955" y="0"/>
                      <a:pt x="38005" y="0"/>
                    </a:cubicBezTo>
                    <a:cubicBezTo>
                      <a:pt x="59055" y="0"/>
                      <a:pt x="76009" y="16954"/>
                      <a:pt x="76009" y="3800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67" name="Google Shape;767;p28"/>
            <p:cNvGrpSpPr/>
            <p:nvPr/>
          </p:nvGrpSpPr>
          <p:grpSpPr>
            <a:xfrm>
              <a:off x="6285440" y="656304"/>
              <a:ext cx="1654423" cy="835905"/>
              <a:chOff x="5905690" y="2867310"/>
              <a:chExt cx="1504568" cy="760190"/>
            </a:xfrm>
          </p:grpSpPr>
          <p:sp>
            <p:nvSpPr>
              <p:cNvPr id="768" name="Google Shape;768;p28"/>
              <p:cNvSpPr/>
              <p:nvPr/>
            </p:nvSpPr>
            <p:spPr>
              <a:xfrm>
                <a:off x="5905690" y="2867310"/>
                <a:ext cx="1504568" cy="760190"/>
              </a:xfrm>
              <a:custGeom>
                <a:avLst/>
                <a:gdLst/>
                <a:ahLst/>
                <a:cxnLst/>
                <a:rect l="l" t="t" r="r" b="b"/>
                <a:pathLst>
                  <a:path w="1504568" h="760190" extrusionOk="0">
                    <a:moveTo>
                      <a:pt x="1504379" y="647414"/>
                    </a:moveTo>
                    <a:cubicBezTo>
                      <a:pt x="1504379" y="709708"/>
                      <a:pt x="1453896" y="760190"/>
                      <a:pt x="1391602" y="760190"/>
                    </a:cubicBezTo>
                    <a:lnTo>
                      <a:pt x="194881" y="760190"/>
                    </a:lnTo>
                    <a:cubicBezTo>
                      <a:pt x="87249" y="760190"/>
                      <a:pt x="0" y="672941"/>
                      <a:pt x="0" y="565309"/>
                    </a:cubicBezTo>
                    <a:cubicBezTo>
                      <a:pt x="0" y="457676"/>
                      <a:pt x="87249" y="370522"/>
                      <a:pt x="194881" y="370522"/>
                    </a:cubicBezTo>
                    <a:cubicBezTo>
                      <a:pt x="220027" y="370522"/>
                      <a:pt x="244126" y="375285"/>
                      <a:pt x="266223" y="383953"/>
                    </a:cubicBezTo>
                    <a:cubicBezTo>
                      <a:pt x="266223" y="382714"/>
                      <a:pt x="266223" y="381381"/>
                      <a:pt x="266223" y="380047"/>
                    </a:cubicBezTo>
                    <a:cubicBezTo>
                      <a:pt x="266223" y="240030"/>
                      <a:pt x="341947" y="117729"/>
                      <a:pt x="454628" y="51816"/>
                    </a:cubicBezTo>
                    <a:cubicBezTo>
                      <a:pt x="510921" y="18859"/>
                      <a:pt x="576453" y="0"/>
                      <a:pt x="646366" y="0"/>
                    </a:cubicBezTo>
                    <a:cubicBezTo>
                      <a:pt x="832009" y="0"/>
                      <a:pt x="986504" y="133064"/>
                      <a:pt x="1019747" y="309086"/>
                    </a:cubicBezTo>
                    <a:cubicBezTo>
                      <a:pt x="1054989" y="288893"/>
                      <a:pt x="1095851" y="277368"/>
                      <a:pt x="1139476" y="277368"/>
                    </a:cubicBezTo>
                    <a:cubicBezTo>
                      <a:pt x="1272731" y="277368"/>
                      <a:pt x="1380839" y="385477"/>
                      <a:pt x="1380839" y="518731"/>
                    </a:cubicBezTo>
                    <a:cubicBezTo>
                      <a:pt x="1380839" y="524256"/>
                      <a:pt x="1380648" y="529685"/>
                      <a:pt x="1380268" y="535114"/>
                    </a:cubicBezTo>
                    <a:cubicBezTo>
                      <a:pt x="1384078" y="534734"/>
                      <a:pt x="1387887" y="534543"/>
                      <a:pt x="1391793" y="534543"/>
                    </a:cubicBezTo>
                    <a:cubicBezTo>
                      <a:pt x="1454086" y="534543"/>
                      <a:pt x="1504569" y="585026"/>
                      <a:pt x="1504569" y="64731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9" name="Google Shape;769;p28"/>
              <p:cNvSpPr/>
              <p:nvPr/>
            </p:nvSpPr>
            <p:spPr>
              <a:xfrm>
                <a:off x="5905690" y="2918364"/>
                <a:ext cx="922591" cy="709136"/>
              </a:xfrm>
              <a:custGeom>
                <a:avLst/>
                <a:gdLst/>
                <a:ahLst/>
                <a:cxnLst/>
                <a:rect l="l" t="t" r="r" b="b"/>
                <a:pathLst>
                  <a:path w="922591" h="709136" extrusionOk="0">
                    <a:moveTo>
                      <a:pt x="922305" y="709136"/>
                    </a:moveTo>
                    <a:lnTo>
                      <a:pt x="194881" y="709136"/>
                    </a:lnTo>
                    <a:cubicBezTo>
                      <a:pt x="87249" y="709136"/>
                      <a:pt x="0" y="621887"/>
                      <a:pt x="0" y="514255"/>
                    </a:cubicBezTo>
                    <a:cubicBezTo>
                      <a:pt x="0" y="406622"/>
                      <a:pt x="87249" y="319468"/>
                      <a:pt x="194881" y="319468"/>
                    </a:cubicBezTo>
                    <a:cubicBezTo>
                      <a:pt x="220027" y="319468"/>
                      <a:pt x="244126" y="324231"/>
                      <a:pt x="266223" y="332899"/>
                    </a:cubicBezTo>
                    <a:cubicBezTo>
                      <a:pt x="266223" y="331660"/>
                      <a:pt x="266223" y="330327"/>
                      <a:pt x="266223" y="328993"/>
                    </a:cubicBezTo>
                    <a:cubicBezTo>
                      <a:pt x="266223" y="188976"/>
                      <a:pt x="341947" y="66675"/>
                      <a:pt x="454628" y="762"/>
                    </a:cubicBezTo>
                    <a:cubicBezTo>
                      <a:pt x="515683" y="-2286"/>
                      <a:pt x="577024" y="3429"/>
                      <a:pt x="633984" y="24860"/>
                    </a:cubicBezTo>
                    <a:cubicBezTo>
                      <a:pt x="707803" y="52768"/>
                      <a:pt x="773239" y="110109"/>
                      <a:pt x="797052" y="185261"/>
                    </a:cubicBezTo>
                    <a:cubicBezTo>
                      <a:pt x="820864" y="260509"/>
                      <a:pt x="795433" y="352425"/>
                      <a:pt x="728472" y="394144"/>
                    </a:cubicBezTo>
                    <a:cubicBezTo>
                      <a:pt x="769334" y="388430"/>
                      <a:pt x="808863" y="395002"/>
                      <a:pt x="844010" y="416433"/>
                    </a:cubicBezTo>
                    <a:cubicBezTo>
                      <a:pt x="879157" y="437864"/>
                      <a:pt x="902970" y="481298"/>
                      <a:pt x="892302" y="521113"/>
                    </a:cubicBezTo>
                    <a:cubicBezTo>
                      <a:pt x="885730" y="545782"/>
                      <a:pt x="867156" y="565975"/>
                      <a:pt x="845629" y="579787"/>
                    </a:cubicBezTo>
                    <a:cubicBezTo>
                      <a:pt x="824769" y="593217"/>
                      <a:pt x="801148" y="601408"/>
                      <a:pt x="777621" y="609314"/>
                    </a:cubicBezTo>
                    <a:cubicBezTo>
                      <a:pt x="788479" y="605790"/>
                      <a:pt x="793623" y="605790"/>
                      <a:pt x="805910" y="605314"/>
                    </a:cubicBezTo>
                    <a:cubicBezTo>
                      <a:pt x="819055" y="604742"/>
                      <a:pt x="832961" y="608457"/>
                      <a:pt x="842010" y="618077"/>
                    </a:cubicBezTo>
                    <a:cubicBezTo>
                      <a:pt x="851059" y="627698"/>
                      <a:pt x="853440" y="643890"/>
                      <a:pt x="845153" y="654082"/>
                    </a:cubicBezTo>
                    <a:cubicBezTo>
                      <a:pt x="859727" y="639699"/>
                      <a:pt x="881919" y="651510"/>
                      <a:pt x="897541" y="664845"/>
                    </a:cubicBezTo>
                    <a:cubicBezTo>
                      <a:pt x="910971" y="676180"/>
                      <a:pt x="919067" y="691991"/>
                      <a:pt x="922591" y="709136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70" name="Google Shape;770;p28"/>
            <p:cNvGrpSpPr/>
            <p:nvPr/>
          </p:nvGrpSpPr>
          <p:grpSpPr>
            <a:xfrm>
              <a:off x="8276803" y="1327941"/>
              <a:ext cx="387944" cy="273258"/>
              <a:chOff x="7716678" y="3270218"/>
              <a:chExt cx="352805" cy="248507"/>
            </a:xfrm>
          </p:grpSpPr>
          <p:sp>
            <p:nvSpPr>
              <p:cNvPr id="771" name="Google Shape;771;p28"/>
              <p:cNvSpPr/>
              <p:nvPr/>
            </p:nvSpPr>
            <p:spPr>
              <a:xfrm>
                <a:off x="7716678" y="3270218"/>
                <a:ext cx="352805" cy="248507"/>
              </a:xfrm>
              <a:custGeom>
                <a:avLst/>
                <a:gdLst/>
                <a:ahLst/>
                <a:cxnLst/>
                <a:rect l="l" t="t" r="r" b="b"/>
                <a:pathLst>
                  <a:path w="352805" h="248507" extrusionOk="0">
                    <a:moveTo>
                      <a:pt x="261938" y="0"/>
                    </a:moveTo>
                    <a:lnTo>
                      <a:pt x="90868" y="0"/>
                    </a:lnTo>
                    <a:cubicBezTo>
                      <a:pt x="40862" y="0"/>
                      <a:pt x="0" y="40862"/>
                      <a:pt x="0" y="90869"/>
                    </a:cubicBezTo>
                    <a:cubicBezTo>
                      <a:pt x="0" y="140875"/>
                      <a:pt x="38100" y="178879"/>
                      <a:pt x="85725" y="181642"/>
                    </a:cubicBezTo>
                    <a:lnTo>
                      <a:pt x="29527" y="248508"/>
                    </a:lnTo>
                    <a:lnTo>
                      <a:pt x="135445" y="181833"/>
                    </a:lnTo>
                    <a:lnTo>
                      <a:pt x="261938" y="181833"/>
                    </a:lnTo>
                    <a:cubicBezTo>
                      <a:pt x="311944" y="181833"/>
                      <a:pt x="352806" y="140970"/>
                      <a:pt x="352806" y="90964"/>
                    </a:cubicBezTo>
                    <a:cubicBezTo>
                      <a:pt x="352806" y="40958"/>
                      <a:pt x="311944" y="95"/>
                      <a:pt x="261938" y="9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2" name="Google Shape;772;p28"/>
              <p:cNvSpPr/>
              <p:nvPr/>
            </p:nvSpPr>
            <p:spPr>
              <a:xfrm>
                <a:off x="7783353" y="3331749"/>
                <a:ext cx="219455" cy="59054"/>
              </a:xfrm>
              <a:custGeom>
                <a:avLst/>
                <a:gdLst/>
                <a:ahLst/>
                <a:cxnLst/>
                <a:rect l="l" t="t" r="r" b="b"/>
                <a:pathLst>
                  <a:path w="219455" h="59054" extrusionOk="0">
                    <a:moveTo>
                      <a:pt x="29527" y="0"/>
                    </a:moveTo>
                    <a:cubicBezTo>
                      <a:pt x="13239" y="0"/>
                      <a:pt x="0" y="13240"/>
                      <a:pt x="0" y="29528"/>
                    </a:cubicBezTo>
                    <a:cubicBezTo>
                      <a:pt x="0" y="45815"/>
                      <a:pt x="13239" y="59055"/>
                      <a:pt x="29527" y="59055"/>
                    </a:cubicBezTo>
                    <a:cubicBezTo>
                      <a:pt x="45815" y="59055"/>
                      <a:pt x="59055" y="45815"/>
                      <a:pt x="59055" y="29528"/>
                    </a:cubicBezTo>
                    <a:cubicBezTo>
                      <a:pt x="59055" y="13240"/>
                      <a:pt x="45815" y="0"/>
                      <a:pt x="29527" y="0"/>
                    </a:cubicBezTo>
                    <a:close/>
                    <a:moveTo>
                      <a:pt x="109728" y="0"/>
                    </a:moveTo>
                    <a:cubicBezTo>
                      <a:pt x="93440" y="0"/>
                      <a:pt x="80200" y="13240"/>
                      <a:pt x="80200" y="29528"/>
                    </a:cubicBezTo>
                    <a:cubicBezTo>
                      <a:pt x="80200" y="45815"/>
                      <a:pt x="93440" y="59055"/>
                      <a:pt x="109728" y="59055"/>
                    </a:cubicBezTo>
                    <a:cubicBezTo>
                      <a:pt x="126016" y="59055"/>
                      <a:pt x="139255" y="45815"/>
                      <a:pt x="139255" y="29528"/>
                    </a:cubicBezTo>
                    <a:cubicBezTo>
                      <a:pt x="139255" y="13240"/>
                      <a:pt x="126016" y="0"/>
                      <a:pt x="109728" y="0"/>
                    </a:cubicBezTo>
                    <a:close/>
                    <a:moveTo>
                      <a:pt x="189929" y="0"/>
                    </a:moveTo>
                    <a:cubicBezTo>
                      <a:pt x="173641" y="0"/>
                      <a:pt x="160401" y="13240"/>
                      <a:pt x="160401" y="29528"/>
                    </a:cubicBezTo>
                    <a:cubicBezTo>
                      <a:pt x="160401" y="45815"/>
                      <a:pt x="173641" y="59055"/>
                      <a:pt x="189929" y="59055"/>
                    </a:cubicBezTo>
                    <a:cubicBezTo>
                      <a:pt x="206216" y="59055"/>
                      <a:pt x="219456" y="45815"/>
                      <a:pt x="219456" y="29528"/>
                    </a:cubicBezTo>
                    <a:cubicBezTo>
                      <a:pt x="219456" y="13240"/>
                      <a:pt x="206216" y="0"/>
                      <a:pt x="1899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73" name="Google Shape;773;p28"/>
            <p:cNvSpPr/>
            <p:nvPr/>
          </p:nvSpPr>
          <p:spPr>
            <a:xfrm>
              <a:off x="7148815" y="1542896"/>
              <a:ext cx="10501" cy="432759"/>
            </a:xfrm>
            <a:custGeom>
              <a:avLst/>
              <a:gdLst/>
              <a:ahLst/>
              <a:cxnLst/>
              <a:rect l="l" t="t" r="r" b="b"/>
              <a:pathLst>
                <a:path w="9525" h="392525" extrusionOk="0">
                  <a:moveTo>
                    <a:pt x="0" y="0"/>
                  </a:moveTo>
                  <a:lnTo>
                    <a:pt x="0" y="392525"/>
                  </a:lnTo>
                </a:path>
              </a:pathLst>
            </a:custGeom>
            <a:noFill/>
            <a:ln w="29900" cap="rnd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774" name="Google Shape;774;p28"/>
            <p:cNvGrpSpPr/>
            <p:nvPr/>
          </p:nvGrpSpPr>
          <p:grpSpPr>
            <a:xfrm>
              <a:off x="5483130" y="2415465"/>
              <a:ext cx="27232" cy="532378"/>
              <a:chOff x="3534917" y="4467129"/>
              <a:chExt cx="24765" cy="484156"/>
            </a:xfrm>
          </p:grpSpPr>
          <p:sp>
            <p:nvSpPr>
              <p:cNvPr id="775" name="Google Shape;775;p28"/>
              <p:cNvSpPr/>
              <p:nvPr/>
            </p:nvSpPr>
            <p:spPr>
              <a:xfrm>
                <a:off x="3547300" y="4478845"/>
                <a:ext cx="9525" cy="46072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0724" extrusionOk="0">
                    <a:moveTo>
                      <a:pt x="0" y="460724"/>
                    </a:moveTo>
                    <a:lnTo>
                      <a:pt x="0" y="0"/>
                    </a:lnTo>
                  </a:path>
                </a:pathLst>
              </a:custGeom>
              <a:noFill/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6" name="Google Shape;776;p28"/>
              <p:cNvSpPr/>
              <p:nvPr/>
            </p:nvSpPr>
            <p:spPr>
              <a:xfrm>
                <a:off x="3534917" y="4926520"/>
                <a:ext cx="2476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5" extrusionOk="0">
                    <a:moveTo>
                      <a:pt x="24765" y="12382"/>
                    </a:moveTo>
                    <a:cubicBezTo>
                      <a:pt x="24765" y="19240"/>
                      <a:pt x="19241" y="24765"/>
                      <a:pt x="12383" y="24765"/>
                    </a:cubicBezTo>
                    <a:cubicBezTo>
                      <a:pt x="5525" y="24765"/>
                      <a:pt x="0" y="19240"/>
                      <a:pt x="0" y="12382"/>
                    </a:cubicBezTo>
                    <a:cubicBezTo>
                      <a:pt x="0" y="5524"/>
                      <a:pt x="5525" y="0"/>
                      <a:pt x="12383" y="0"/>
                    </a:cubicBezTo>
                    <a:cubicBezTo>
                      <a:pt x="19241" y="0"/>
                      <a:pt x="24765" y="5524"/>
                      <a:pt x="24765" y="12382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7" name="Google Shape;777;p28"/>
              <p:cNvSpPr/>
              <p:nvPr/>
            </p:nvSpPr>
            <p:spPr>
              <a:xfrm>
                <a:off x="3534917" y="4467129"/>
                <a:ext cx="2476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5" extrusionOk="0">
                    <a:moveTo>
                      <a:pt x="24765" y="12383"/>
                    </a:moveTo>
                    <a:cubicBezTo>
                      <a:pt x="24765" y="5525"/>
                      <a:pt x="19241" y="0"/>
                      <a:pt x="12383" y="0"/>
                    </a:cubicBezTo>
                    <a:cubicBezTo>
                      <a:pt x="5525" y="0"/>
                      <a:pt x="0" y="5525"/>
                      <a:pt x="0" y="12383"/>
                    </a:cubicBezTo>
                    <a:cubicBezTo>
                      <a:pt x="0" y="19241"/>
                      <a:pt x="5525" y="24765"/>
                      <a:pt x="12383" y="24765"/>
                    </a:cubicBezTo>
                    <a:cubicBezTo>
                      <a:pt x="19241" y="24765"/>
                      <a:pt x="24765" y="19241"/>
                      <a:pt x="24765" y="12383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78" name="Google Shape;778;p28"/>
            <p:cNvGrpSpPr/>
            <p:nvPr/>
          </p:nvGrpSpPr>
          <p:grpSpPr>
            <a:xfrm>
              <a:off x="5643247" y="2277185"/>
              <a:ext cx="749418" cy="303868"/>
              <a:chOff x="3680531" y="4341375"/>
              <a:chExt cx="681537" cy="276344"/>
            </a:xfrm>
          </p:grpSpPr>
          <p:sp>
            <p:nvSpPr>
              <p:cNvPr id="779" name="Google Shape;779;p28"/>
              <p:cNvSpPr/>
              <p:nvPr/>
            </p:nvSpPr>
            <p:spPr>
              <a:xfrm>
                <a:off x="3692461" y="4353401"/>
                <a:ext cx="657796" cy="251936"/>
              </a:xfrm>
              <a:custGeom>
                <a:avLst/>
                <a:gdLst/>
                <a:ahLst/>
                <a:cxnLst/>
                <a:rect l="l" t="t" r="r" b="b"/>
                <a:pathLst>
                  <a:path w="657796" h="251936" extrusionOk="0">
                    <a:moveTo>
                      <a:pt x="0" y="0"/>
                    </a:moveTo>
                    <a:lnTo>
                      <a:pt x="217075" y="217075"/>
                    </a:lnTo>
                    <a:cubicBezTo>
                      <a:pt x="239363" y="239363"/>
                      <a:pt x="269653" y="251936"/>
                      <a:pt x="301180" y="251936"/>
                    </a:cubicBezTo>
                    <a:lnTo>
                      <a:pt x="657797" y="251936"/>
                    </a:lnTo>
                  </a:path>
                </a:pathLst>
              </a:custGeom>
              <a:noFill/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0" name="Google Shape;780;p28"/>
              <p:cNvSpPr/>
              <p:nvPr/>
            </p:nvSpPr>
            <p:spPr>
              <a:xfrm>
                <a:off x="3680531" y="4341375"/>
                <a:ext cx="24812" cy="24812"/>
              </a:xfrm>
              <a:custGeom>
                <a:avLst/>
                <a:gdLst/>
                <a:ahLst/>
                <a:cxnLst/>
                <a:rect l="l" t="t" r="r" b="b"/>
                <a:pathLst>
                  <a:path w="24812" h="24812" extrusionOk="0">
                    <a:moveTo>
                      <a:pt x="3643" y="21169"/>
                    </a:moveTo>
                    <a:cubicBezTo>
                      <a:pt x="-1214" y="16312"/>
                      <a:pt x="-1214" y="8501"/>
                      <a:pt x="3643" y="3643"/>
                    </a:cubicBezTo>
                    <a:cubicBezTo>
                      <a:pt x="8501" y="-1214"/>
                      <a:pt x="16312" y="-1214"/>
                      <a:pt x="21169" y="3643"/>
                    </a:cubicBezTo>
                    <a:cubicBezTo>
                      <a:pt x="26027" y="8501"/>
                      <a:pt x="26027" y="16312"/>
                      <a:pt x="21169" y="21169"/>
                    </a:cubicBezTo>
                    <a:cubicBezTo>
                      <a:pt x="16312" y="26027"/>
                      <a:pt x="8501" y="26027"/>
                      <a:pt x="3643" y="21169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1" name="Google Shape;781;p28"/>
              <p:cNvSpPr/>
              <p:nvPr/>
            </p:nvSpPr>
            <p:spPr>
              <a:xfrm>
                <a:off x="4337303" y="4592955"/>
                <a:ext cx="24765" cy="24764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4" extrusionOk="0">
                    <a:moveTo>
                      <a:pt x="12383" y="24765"/>
                    </a:moveTo>
                    <a:cubicBezTo>
                      <a:pt x="19241" y="24765"/>
                      <a:pt x="24765" y="19240"/>
                      <a:pt x="24765" y="12382"/>
                    </a:cubicBezTo>
                    <a:cubicBezTo>
                      <a:pt x="24765" y="5524"/>
                      <a:pt x="19241" y="0"/>
                      <a:pt x="12383" y="0"/>
                    </a:cubicBezTo>
                    <a:cubicBezTo>
                      <a:pt x="5525" y="0"/>
                      <a:pt x="0" y="5524"/>
                      <a:pt x="0" y="12382"/>
                    </a:cubicBezTo>
                    <a:cubicBezTo>
                      <a:pt x="0" y="19240"/>
                      <a:pt x="5525" y="24765"/>
                      <a:pt x="12383" y="24765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82" name="Google Shape;782;p28"/>
            <p:cNvGrpSpPr/>
            <p:nvPr/>
          </p:nvGrpSpPr>
          <p:grpSpPr>
            <a:xfrm>
              <a:off x="8163164" y="4027994"/>
              <a:ext cx="202142" cy="355685"/>
              <a:chOff x="7613332" y="5933598"/>
              <a:chExt cx="183832" cy="323468"/>
            </a:xfrm>
          </p:grpSpPr>
          <p:sp>
            <p:nvSpPr>
              <p:cNvPr id="783" name="Google Shape;783;p28"/>
              <p:cNvSpPr/>
              <p:nvPr/>
            </p:nvSpPr>
            <p:spPr>
              <a:xfrm>
                <a:off x="7613332" y="5933598"/>
                <a:ext cx="183832" cy="323468"/>
              </a:xfrm>
              <a:custGeom>
                <a:avLst/>
                <a:gdLst/>
                <a:ahLst/>
                <a:cxnLst/>
                <a:rect l="l" t="t" r="r" b="b"/>
                <a:pathLst>
                  <a:path w="183832" h="323468" extrusionOk="0">
                    <a:moveTo>
                      <a:pt x="91916" y="323469"/>
                    </a:moveTo>
                    <a:lnTo>
                      <a:pt x="91916" y="323469"/>
                    </a:lnTo>
                    <a:cubicBezTo>
                      <a:pt x="41339" y="323469"/>
                      <a:pt x="0" y="282130"/>
                      <a:pt x="0" y="231553"/>
                    </a:cubicBezTo>
                    <a:lnTo>
                      <a:pt x="0" y="91916"/>
                    </a:lnTo>
                    <a:cubicBezTo>
                      <a:pt x="0" y="41338"/>
                      <a:pt x="41339" y="0"/>
                      <a:pt x="91916" y="0"/>
                    </a:cubicBezTo>
                    <a:lnTo>
                      <a:pt x="91916" y="0"/>
                    </a:lnTo>
                    <a:cubicBezTo>
                      <a:pt x="142494" y="0"/>
                      <a:pt x="183832" y="41338"/>
                      <a:pt x="183832" y="91916"/>
                    </a:cubicBezTo>
                    <a:lnTo>
                      <a:pt x="183832" y="231553"/>
                    </a:lnTo>
                    <a:cubicBezTo>
                      <a:pt x="183832" y="282130"/>
                      <a:pt x="142494" y="323469"/>
                      <a:pt x="91916" y="323469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4" name="Google Shape;784;p28"/>
              <p:cNvSpPr/>
              <p:nvPr/>
            </p:nvSpPr>
            <p:spPr>
              <a:xfrm>
                <a:off x="7699533" y="5961602"/>
                <a:ext cx="11430" cy="54101"/>
              </a:xfrm>
              <a:custGeom>
                <a:avLst/>
                <a:gdLst/>
                <a:ahLst/>
                <a:cxnLst/>
                <a:rect l="l" t="t" r="r" b="b"/>
                <a:pathLst>
                  <a:path w="11430" h="54101" extrusionOk="0">
                    <a:moveTo>
                      <a:pt x="5715" y="54102"/>
                    </a:moveTo>
                    <a:lnTo>
                      <a:pt x="5715" y="54102"/>
                    </a:lnTo>
                    <a:cubicBezTo>
                      <a:pt x="2572" y="54102"/>
                      <a:pt x="0" y="51530"/>
                      <a:pt x="0" y="48387"/>
                    </a:cubicBezTo>
                    <a:lnTo>
                      <a:pt x="0" y="5715"/>
                    </a:lnTo>
                    <a:cubicBezTo>
                      <a:pt x="0" y="2571"/>
                      <a:pt x="2572" y="0"/>
                      <a:pt x="5715" y="0"/>
                    </a:cubicBezTo>
                    <a:lnTo>
                      <a:pt x="5715" y="0"/>
                    </a:lnTo>
                    <a:cubicBezTo>
                      <a:pt x="8859" y="0"/>
                      <a:pt x="11430" y="2571"/>
                      <a:pt x="11430" y="5715"/>
                    </a:cubicBezTo>
                    <a:lnTo>
                      <a:pt x="11430" y="48387"/>
                    </a:lnTo>
                    <a:cubicBezTo>
                      <a:pt x="11430" y="51530"/>
                      <a:pt x="8859" y="54102"/>
                      <a:pt x="5715" y="5410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85" name="Google Shape;785;p28"/>
            <p:cNvGrpSpPr/>
            <p:nvPr/>
          </p:nvGrpSpPr>
          <p:grpSpPr>
            <a:xfrm>
              <a:off x="6427831" y="3923439"/>
              <a:ext cx="1533857" cy="564092"/>
              <a:chOff x="6546554" y="3679108"/>
              <a:chExt cx="1256642" cy="462143"/>
            </a:xfrm>
          </p:grpSpPr>
          <p:sp>
            <p:nvSpPr>
              <p:cNvPr id="786" name="Google Shape;786;p28"/>
              <p:cNvSpPr/>
              <p:nvPr/>
            </p:nvSpPr>
            <p:spPr>
              <a:xfrm>
                <a:off x="6546554" y="3679108"/>
                <a:ext cx="1256642" cy="462143"/>
              </a:xfrm>
              <a:custGeom>
                <a:avLst/>
                <a:gdLst/>
                <a:ahLst/>
                <a:cxnLst/>
                <a:rect l="l" t="t" r="r" b="b"/>
                <a:pathLst>
                  <a:path w="1396269" h="513492" extrusionOk="0">
                    <a:moveTo>
                      <a:pt x="1334738" y="0"/>
                    </a:moveTo>
                    <a:cubicBezTo>
                      <a:pt x="1368721" y="0"/>
                      <a:pt x="1396270" y="27548"/>
                      <a:pt x="1396270" y="61531"/>
                    </a:cubicBezTo>
                    <a:lnTo>
                      <a:pt x="1396270" y="451961"/>
                    </a:lnTo>
                    <a:cubicBezTo>
                      <a:pt x="1396270" y="485944"/>
                      <a:pt x="1368722" y="513493"/>
                      <a:pt x="1334738" y="513493"/>
                    </a:cubicBezTo>
                    <a:lnTo>
                      <a:pt x="61532" y="513493"/>
                    </a:lnTo>
                    <a:cubicBezTo>
                      <a:pt x="27549" y="513493"/>
                      <a:pt x="0" y="485944"/>
                      <a:pt x="0" y="451961"/>
                    </a:cubicBezTo>
                    <a:lnTo>
                      <a:pt x="0" y="61531"/>
                    </a:lnTo>
                    <a:cubicBezTo>
                      <a:pt x="0" y="27549"/>
                      <a:pt x="27548" y="0"/>
                      <a:pt x="6153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7" name="Google Shape;787;p28"/>
              <p:cNvSpPr/>
              <p:nvPr/>
            </p:nvSpPr>
            <p:spPr>
              <a:xfrm>
                <a:off x="6661108" y="3712144"/>
                <a:ext cx="69522" cy="69522"/>
              </a:xfrm>
              <a:custGeom>
                <a:avLst/>
                <a:gdLst/>
                <a:ahLst/>
                <a:cxnLst/>
                <a:rect l="l" t="t" r="r" b="b"/>
                <a:pathLst>
                  <a:path w="77247" h="77247" extrusionOk="0">
                    <a:moveTo>
                      <a:pt x="0" y="0"/>
                    </a:moveTo>
                    <a:lnTo>
                      <a:pt x="77248" y="0"/>
                    </a:lnTo>
                    <a:lnTo>
                      <a:pt x="77248" y="77248"/>
                    </a:lnTo>
                    <a:lnTo>
                      <a:pt x="0" y="7724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88" name="Google Shape;788;p28"/>
              <p:cNvGrpSpPr/>
              <p:nvPr/>
            </p:nvGrpSpPr>
            <p:grpSpPr>
              <a:xfrm>
                <a:off x="6805960" y="3712311"/>
                <a:ext cx="391811" cy="69592"/>
                <a:chOff x="6322885" y="5875210"/>
                <a:chExt cx="434911" cy="77247"/>
              </a:xfrm>
            </p:grpSpPr>
            <p:sp>
              <p:nvSpPr>
                <p:cNvPr id="789" name="Google Shape;789;p28"/>
                <p:cNvSpPr/>
                <p:nvPr/>
              </p:nvSpPr>
              <p:spPr>
                <a:xfrm>
                  <a:off x="632288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0" name="Google Shape;790;p28"/>
                <p:cNvSpPr/>
                <p:nvPr/>
              </p:nvSpPr>
              <p:spPr>
                <a:xfrm>
                  <a:off x="641232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1" name="Google Shape;791;p28"/>
                <p:cNvSpPr/>
                <p:nvPr/>
              </p:nvSpPr>
              <p:spPr>
                <a:xfrm>
                  <a:off x="650176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2" name="Google Shape;792;p28"/>
                <p:cNvSpPr/>
                <p:nvPr/>
              </p:nvSpPr>
              <p:spPr>
                <a:xfrm>
                  <a:off x="6591109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3" name="Google Shape;793;p28"/>
                <p:cNvSpPr/>
                <p:nvPr/>
              </p:nvSpPr>
              <p:spPr>
                <a:xfrm>
                  <a:off x="6680549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794" name="Google Shape;794;p28"/>
              <p:cNvGrpSpPr/>
              <p:nvPr/>
            </p:nvGrpSpPr>
            <p:grpSpPr>
              <a:xfrm>
                <a:off x="7285642" y="3712311"/>
                <a:ext cx="391897" cy="69592"/>
                <a:chOff x="6855333" y="5875210"/>
                <a:chExt cx="435006" cy="77247"/>
              </a:xfrm>
            </p:grpSpPr>
            <p:sp>
              <p:nvSpPr>
                <p:cNvPr id="795" name="Google Shape;795;p28"/>
                <p:cNvSpPr/>
                <p:nvPr/>
              </p:nvSpPr>
              <p:spPr>
                <a:xfrm>
                  <a:off x="6855333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6" name="Google Shape;796;p28"/>
                <p:cNvSpPr/>
                <p:nvPr/>
              </p:nvSpPr>
              <p:spPr>
                <a:xfrm>
                  <a:off x="694477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7" name="Google Shape;797;p28"/>
                <p:cNvSpPr/>
                <p:nvPr/>
              </p:nvSpPr>
              <p:spPr>
                <a:xfrm>
                  <a:off x="703421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8" name="Google Shape;798;p28"/>
                <p:cNvSpPr/>
                <p:nvPr/>
              </p:nvSpPr>
              <p:spPr>
                <a:xfrm>
                  <a:off x="712365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9" name="Google Shape;799;p28"/>
                <p:cNvSpPr/>
                <p:nvPr/>
              </p:nvSpPr>
              <p:spPr>
                <a:xfrm>
                  <a:off x="721309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00" name="Google Shape;800;p28"/>
              <p:cNvGrpSpPr/>
              <p:nvPr/>
            </p:nvGrpSpPr>
            <p:grpSpPr>
              <a:xfrm>
                <a:off x="6577103" y="3819746"/>
                <a:ext cx="1198690" cy="70794"/>
                <a:chOff x="6068853" y="5994463"/>
                <a:chExt cx="1330547" cy="78581"/>
              </a:xfrm>
            </p:grpSpPr>
            <p:sp>
              <p:nvSpPr>
                <p:cNvPr id="801" name="Google Shape;801;p28"/>
                <p:cNvSpPr/>
                <p:nvPr/>
              </p:nvSpPr>
              <p:spPr>
                <a:xfrm>
                  <a:off x="6068853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2" name="Google Shape;802;p28"/>
                <p:cNvSpPr/>
                <p:nvPr/>
              </p:nvSpPr>
              <p:spPr>
                <a:xfrm>
                  <a:off x="6173152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3" name="Google Shape;803;p28"/>
                <p:cNvSpPr/>
                <p:nvPr/>
              </p:nvSpPr>
              <p:spPr>
                <a:xfrm>
                  <a:off x="6277451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4" name="Google Shape;804;p28"/>
                <p:cNvSpPr/>
                <p:nvPr/>
              </p:nvSpPr>
              <p:spPr>
                <a:xfrm>
                  <a:off x="638184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5" name="Google Shape;805;p28"/>
                <p:cNvSpPr/>
                <p:nvPr/>
              </p:nvSpPr>
              <p:spPr>
                <a:xfrm>
                  <a:off x="6486144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6" name="Google Shape;806;p28"/>
                <p:cNvSpPr/>
                <p:nvPr/>
              </p:nvSpPr>
              <p:spPr>
                <a:xfrm>
                  <a:off x="6590442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7" name="Google Shape;807;p28"/>
                <p:cNvSpPr/>
                <p:nvPr/>
              </p:nvSpPr>
              <p:spPr>
                <a:xfrm>
                  <a:off x="6694836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8" name="Google Shape;808;p28"/>
                <p:cNvSpPr/>
                <p:nvPr/>
              </p:nvSpPr>
              <p:spPr>
                <a:xfrm>
                  <a:off x="679913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9" name="Google Shape;809;p28"/>
                <p:cNvSpPr/>
                <p:nvPr/>
              </p:nvSpPr>
              <p:spPr>
                <a:xfrm>
                  <a:off x="6903434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0" name="Google Shape;810;p28"/>
                <p:cNvSpPr/>
                <p:nvPr/>
              </p:nvSpPr>
              <p:spPr>
                <a:xfrm>
                  <a:off x="7007828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1" name="Google Shape;811;p28"/>
                <p:cNvSpPr/>
                <p:nvPr/>
              </p:nvSpPr>
              <p:spPr>
                <a:xfrm>
                  <a:off x="7112126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2" name="Google Shape;812;p28"/>
                <p:cNvSpPr/>
                <p:nvPr/>
              </p:nvSpPr>
              <p:spPr>
                <a:xfrm>
                  <a:off x="721642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3" name="Google Shape;813;p28"/>
                <p:cNvSpPr/>
                <p:nvPr/>
              </p:nvSpPr>
              <p:spPr>
                <a:xfrm>
                  <a:off x="7320819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2" y="0"/>
                      </a:lnTo>
                      <a:lnTo>
                        <a:pt x="78582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14" name="Google Shape;814;p28"/>
              <p:cNvGrpSpPr/>
              <p:nvPr/>
            </p:nvGrpSpPr>
            <p:grpSpPr>
              <a:xfrm>
                <a:off x="6577103" y="3995572"/>
                <a:ext cx="1198690" cy="70794"/>
                <a:chOff x="6068853" y="6189630"/>
                <a:chExt cx="1330547" cy="78581"/>
              </a:xfrm>
            </p:grpSpPr>
            <p:sp>
              <p:nvSpPr>
                <p:cNvPr id="815" name="Google Shape;815;p28"/>
                <p:cNvSpPr/>
                <p:nvPr/>
              </p:nvSpPr>
              <p:spPr>
                <a:xfrm>
                  <a:off x="6068853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6" name="Google Shape;816;p28"/>
                <p:cNvSpPr/>
                <p:nvPr/>
              </p:nvSpPr>
              <p:spPr>
                <a:xfrm>
                  <a:off x="6173152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7" name="Google Shape;817;p28"/>
                <p:cNvSpPr/>
                <p:nvPr/>
              </p:nvSpPr>
              <p:spPr>
                <a:xfrm>
                  <a:off x="6277451" y="6189630"/>
                  <a:ext cx="497300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7300" h="78581" extrusionOk="0">
                      <a:moveTo>
                        <a:pt x="0" y="0"/>
                      </a:moveTo>
                      <a:lnTo>
                        <a:pt x="497300" y="0"/>
                      </a:lnTo>
                      <a:lnTo>
                        <a:pt x="497300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8" name="Google Shape;818;p28"/>
                <p:cNvSpPr/>
                <p:nvPr/>
              </p:nvSpPr>
              <p:spPr>
                <a:xfrm>
                  <a:off x="6799135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9" name="Google Shape;819;p28"/>
                <p:cNvSpPr/>
                <p:nvPr/>
              </p:nvSpPr>
              <p:spPr>
                <a:xfrm>
                  <a:off x="6903434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0" name="Google Shape;820;p28"/>
                <p:cNvSpPr/>
                <p:nvPr/>
              </p:nvSpPr>
              <p:spPr>
                <a:xfrm>
                  <a:off x="7007828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1" name="Google Shape;821;p28"/>
                <p:cNvSpPr/>
                <p:nvPr/>
              </p:nvSpPr>
              <p:spPr>
                <a:xfrm>
                  <a:off x="7112126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2" name="Google Shape;822;p28"/>
                <p:cNvSpPr/>
                <p:nvPr/>
              </p:nvSpPr>
              <p:spPr>
                <a:xfrm>
                  <a:off x="7216425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3" name="Google Shape;823;p28"/>
                <p:cNvSpPr/>
                <p:nvPr/>
              </p:nvSpPr>
              <p:spPr>
                <a:xfrm>
                  <a:off x="7320819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2" y="0"/>
                      </a:lnTo>
                      <a:lnTo>
                        <a:pt x="78582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24" name="Google Shape;824;p28"/>
              <p:cNvGrpSpPr/>
              <p:nvPr/>
            </p:nvGrpSpPr>
            <p:grpSpPr>
              <a:xfrm>
                <a:off x="6622239" y="3908904"/>
                <a:ext cx="1104727" cy="70794"/>
                <a:chOff x="6118955" y="6093428"/>
                <a:chExt cx="1226248" cy="78581"/>
              </a:xfrm>
            </p:grpSpPr>
            <p:sp>
              <p:nvSpPr>
                <p:cNvPr id="825" name="Google Shape;825;p28"/>
                <p:cNvSpPr/>
                <p:nvPr/>
              </p:nvSpPr>
              <p:spPr>
                <a:xfrm>
                  <a:off x="6118955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6" name="Google Shape;826;p28"/>
                <p:cNvSpPr/>
                <p:nvPr/>
              </p:nvSpPr>
              <p:spPr>
                <a:xfrm>
                  <a:off x="6223254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7" name="Google Shape;827;p28"/>
                <p:cNvSpPr/>
                <p:nvPr/>
              </p:nvSpPr>
              <p:spPr>
                <a:xfrm>
                  <a:off x="632764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8" name="Google Shape;828;p28"/>
                <p:cNvSpPr/>
                <p:nvPr/>
              </p:nvSpPr>
              <p:spPr>
                <a:xfrm>
                  <a:off x="6431946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9" name="Google Shape;829;p28"/>
                <p:cNvSpPr/>
                <p:nvPr/>
              </p:nvSpPr>
              <p:spPr>
                <a:xfrm>
                  <a:off x="6536245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0" name="Google Shape;830;p28"/>
                <p:cNvSpPr/>
                <p:nvPr/>
              </p:nvSpPr>
              <p:spPr>
                <a:xfrm>
                  <a:off x="6640639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1" name="Google Shape;831;p28"/>
                <p:cNvSpPr/>
                <p:nvPr/>
              </p:nvSpPr>
              <p:spPr>
                <a:xfrm>
                  <a:off x="674493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2" name="Google Shape;832;p28"/>
                <p:cNvSpPr/>
                <p:nvPr/>
              </p:nvSpPr>
              <p:spPr>
                <a:xfrm>
                  <a:off x="6849237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3" name="Google Shape;833;p28"/>
                <p:cNvSpPr/>
                <p:nvPr/>
              </p:nvSpPr>
              <p:spPr>
                <a:xfrm>
                  <a:off x="6953631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4" name="Google Shape;834;p28"/>
                <p:cNvSpPr/>
                <p:nvPr/>
              </p:nvSpPr>
              <p:spPr>
                <a:xfrm>
                  <a:off x="7057929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5" name="Google Shape;835;p28"/>
                <p:cNvSpPr/>
                <p:nvPr/>
              </p:nvSpPr>
              <p:spPr>
                <a:xfrm>
                  <a:off x="716222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6" name="Google Shape;836;p28"/>
                <p:cNvSpPr/>
                <p:nvPr/>
              </p:nvSpPr>
              <p:spPr>
                <a:xfrm>
                  <a:off x="7266622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37" name="Google Shape;837;p28"/>
              <p:cNvSpPr/>
              <p:nvPr/>
            </p:nvSpPr>
            <p:spPr>
              <a:xfrm>
                <a:off x="7740658" y="3711543"/>
                <a:ext cx="33604" cy="33604"/>
              </a:xfrm>
              <a:custGeom>
                <a:avLst/>
                <a:gdLst/>
                <a:ahLst/>
                <a:cxnLst/>
                <a:rect l="l" t="t" r="r" b="b"/>
                <a:pathLst>
                  <a:path w="37338" h="37338" extrusionOk="0">
                    <a:moveTo>
                      <a:pt x="37338" y="18669"/>
                    </a:moveTo>
                    <a:cubicBezTo>
                      <a:pt x="37338" y="28980"/>
                      <a:pt x="28980" y="37338"/>
                      <a:pt x="18669" y="37338"/>
                    </a:cubicBezTo>
                    <a:cubicBezTo>
                      <a:pt x="8358" y="37338"/>
                      <a:pt x="0" y="28980"/>
                      <a:pt x="0" y="18669"/>
                    </a:cubicBezTo>
                    <a:cubicBezTo>
                      <a:pt x="0" y="8359"/>
                      <a:pt x="8358" y="0"/>
                      <a:pt x="18669" y="0"/>
                    </a:cubicBezTo>
                    <a:cubicBezTo>
                      <a:pt x="28979" y="0"/>
                      <a:pt x="37338" y="8358"/>
                      <a:pt x="37338" y="18669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38" name="Google Shape;838;p28"/>
            <p:cNvGrpSpPr/>
            <p:nvPr/>
          </p:nvGrpSpPr>
          <p:grpSpPr>
            <a:xfrm>
              <a:off x="6367914" y="2012818"/>
              <a:ext cx="1448168" cy="1250722"/>
              <a:chOff x="6497466" y="2113795"/>
              <a:chExt cx="1186439" cy="1024678"/>
            </a:xfrm>
          </p:grpSpPr>
          <p:sp>
            <p:nvSpPr>
              <p:cNvPr id="839" name="Google Shape;839;p28"/>
              <p:cNvSpPr/>
              <p:nvPr/>
            </p:nvSpPr>
            <p:spPr>
              <a:xfrm>
                <a:off x="6497466" y="2113795"/>
                <a:ext cx="1186433" cy="1024678"/>
              </a:xfrm>
              <a:custGeom>
                <a:avLst/>
                <a:gdLst/>
                <a:ahLst/>
                <a:cxnLst/>
                <a:rect l="l" t="t" r="r" b="b"/>
                <a:pathLst>
                  <a:path w="1318259" h="1915286" extrusionOk="0">
                    <a:moveTo>
                      <a:pt x="1266444" y="0"/>
                    </a:moveTo>
                    <a:cubicBezTo>
                      <a:pt x="1295061" y="0"/>
                      <a:pt x="1318260" y="23199"/>
                      <a:pt x="1318260" y="51816"/>
                    </a:cubicBezTo>
                    <a:lnTo>
                      <a:pt x="1318260" y="1863471"/>
                    </a:lnTo>
                    <a:cubicBezTo>
                      <a:pt x="1318260" y="1892089"/>
                      <a:pt x="1295061" y="1915287"/>
                      <a:pt x="1266444" y="1915287"/>
                    </a:cubicBezTo>
                    <a:lnTo>
                      <a:pt x="51816" y="1915287"/>
                    </a:lnTo>
                    <a:cubicBezTo>
                      <a:pt x="23198" y="1915287"/>
                      <a:pt x="0" y="1892089"/>
                      <a:pt x="0" y="1863471"/>
                    </a:cubicBezTo>
                    <a:lnTo>
                      <a:pt x="0" y="51816"/>
                    </a:lnTo>
                    <a:cubicBezTo>
                      <a:pt x="0" y="23199"/>
                      <a:pt x="23198" y="0"/>
                      <a:pt x="5181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0" name="Google Shape;840;p28"/>
              <p:cNvSpPr/>
              <p:nvPr/>
            </p:nvSpPr>
            <p:spPr>
              <a:xfrm>
                <a:off x="6497472" y="2113798"/>
                <a:ext cx="1186433" cy="84696"/>
              </a:xfrm>
              <a:custGeom>
                <a:avLst/>
                <a:gdLst/>
                <a:ahLst/>
                <a:cxnLst/>
                <a:rect l="l" t="t" r="r" b="b"/>
                <a:pathLst>
                  <a:path w="1318259" h="94107" extrusionOk="0">
                    <a:moveTo>
                      <a:pt x="1318260" y="51816"/>
                    </a:moveTo>
                    <a:lnTo>
                      <a:pt x="1318260" y="94107"/>
                    </a:lnTo>
                    <a:lnTo>
                      <a:pt x="0" y="94107"/>
                    </a:lnTo>
                    <a:lnTo>
                      <a:pt x="0" y="51816"/>
                    </a:lnTo>
                    <a:cubicBezTo>
                      <a:pt x="0" y="23241"/>
                      <a:pt x="23241" y="0"/>
                      <a:pt x="51816" y="0"/>
                    </a:cubicBezTo>
                    <a:lnTo>
                      <a:pt x="1266444" y="0"/>
                    </a:lnTo>
                    <a:cubicBezTo>
                      <a:pt x="1295019" y="0"/>
                      <a:pt x="1318260" y="23241"/>
                      <a:pt x="1318260" y="5181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41" name="Google Shape;841;p28"/>
              <p:cNvGrpSpPr/>
              <p:nvPr/>
            </p:nvGrpSpPr>
            <p:grpSpPr>
              <a:xfrm>
                <a:off x="7512268" y="2145579"/>
                <a:ext cx="126741" cy="28145"/>
                <a:chOff x="7106888" y="4136136"/>
                <a:chExt cx="140683" cy="31241"/>
              </a:xfrm>
            </p:grpSpPr>
            <p:sp>
              <p:nvSpPr>
                <p:cNvPr id="842" name="Google Shape;842;p28"/>
                <p:cNvSpPr/>
                <p:nvPr/>
              </p:nvSpPr>
              <p:spPr>
                <a:xfrm>
                  <a:off x="7216330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4" y="31242"/>
                        <a:pt x="0" y="24248"/>
                        <a:pt x="0" y="15621"/>
                      </a:cubicBezTo>
                      <a:cubicBezTo>
                        <a:pt x="0" y="6994"/>
                        <a:pt x="6994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3" name="Google Shape;843;p28"/>
                <p:cNvSpPr/>
                <p:nvPr/>
              </p:nvSpPr>
              <p:spPr>
                <a:xfrm>
                  <a:off x="7161561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4" y="31242"/>
                        <a:pt x="0" y="24248"/>
                        <a:pt x="0" y="15621"/>
                      </a:cubicBezTo>
                      <a:cubicBezTo>
                        <a:pt x="0" y="6994"/>
                        <a:pt x="6994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4" name="Google Shape;844;p28"/>
                <p:cNvSpPr/>
                <p:nvPr/>
              </p:nvSpPr>
              <p:spPr>
                <a:xfrm>
                  <a:off x="7106888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3" y="31242"/>
                        <a:pt x="-1" y="24248"/>
                        <a:pt x="-1" y="15621"/>
                      </a:cubicBezTo>
                      <a:cubicBezTo>
                        <a:pt x="-1" y="6994"/>
                        <a:pt x="6993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45" name="Google Shape;845;p28"/>
              <p:cNvSpPr/>
              <p:nvPr/>
            </p:nvSpPr>
            <p:spPr>
              <a:xfrm>
                <a:off x="6515578" y="2215995"/>
                <a:ext cx="1150258" cy="460514"/>
              </a:xfrm>
              <a:custGeom>
                <a:avLst/>
                <a:gdLst/>
                <a:ahLst/>
                <a:cxnLst/>
                <a:rect l="l" t="t" r="r" b="b"/>
                <a:pathLst>
                  <a:path w="1278064" h="511682" extrusionOk="0">
                    <a:moveTo>
                      <a:pt x="0" y="0"/>
                    </a:moveTo>
                    <a:lnTo>
                      <a:pt x="1278064" y="0"/>
                    </a:lnTo>
                    <a:lnTo>
                      <a:pt x="1278064" y="511683"/>
                    </a:lnTo>
                    <a:lnTo>
                      <a:pt x="0" y="511683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6" name="Google Shape;846;p28"/>
              <p:cNvSpPr/>
              <p:nvPr/>
            </p:nvSpPr>
            <p:spPr>
              <a:xfrm>
                <a:off x="6548699" y="2724580"/>
                <a:ext cx="316840" cy="275091"/>
              </a:xfrm>
              <a:custGeom>
                <a:avLst/>
                <a:gdLst/>
                <a:ahLst/>
                <a:cxnLst/>
                <a:rect l="l" t="t" r="r" b="b"/>
                <a:pathLst>
                  <a:path w="352044" h="305657" extrusionOk="0">
                    <a:moveTo>
                      <a:pt x="0" y="0"/>
                    </a:moveTo>
                    <a:lnTo>
                      <a:pt x="352044" y="0"/>
                    </a:lnTo>
                    <a:lnTo>
                      <a:pt x="352044" y="305657"/>
                    </a:lnTo>
                    <a:lnTo>
                      <a:pt x="0" y="30565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7" name="Google Shape;847;p28"/>
              <p:cNvSpPr/>
              <p:nvPr/>
            </p:nvSpPr>
            <p:spPr>
              <a:xfrm>
                <a:off x="6896308" y="2724580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8" name="Google Shape;848;p28"/>
              <p:cNvSpPr/>
              <p:nvPr/>
            </p:nvSpPr>
            <p:spPr>
              <a:xfrm>
                <a:off x="6896308" y="2775721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9" name="Google Shape;849;p28"/>
              <p:cNvSpPr/>
              <p:nvPr/>
            </p:nvSpPr>
            <p:spPr>
              <a:xfrm>
                <a:off x="6896308" y="2826777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50" name="Google Shape;850;p28"/>
              <p:cNvSpPr/>
              <p:nvPr/>
            </p:nvSpPr>
            <p:spPr>
              <a:xfrm>
                <a:off x="6896308" y="2877919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51" name="Google Shape;851;p28"/>
              <p:cNvGrpSpPr/>
              <p:nvPr/>
            </p:nvGrpSpPr>
            <p:grpSpPr>
              <a:xfrm>
                <a:off x="7422424" y="2953744"/>
                <a:ext cx="216586" cy="46337"/>
                <a:chOff x="7007161" y="5033200"/>
                <a:chExt cx="240411" cy="51434"/>
              </a:xfrm>
            </p:grpSpPr>
            <p:sp>
              <p:nvSpPr>
                <p:cNvPr id="852" name="Google Shape;852;p28"/>
                <p:cNvSpPr/>
                <p:nvPr/>
              </p:nvSpPr>
              <p:spPr>
                <a:xfrm>
                  <a:off x="7007161" y="5033200"/>
                  <a:ext cx="240411" cy="51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411" h="51434" extrusionOk="0">
                      <a:moveTo>
                        <a:pt x="214694" y="51435"/>
                      </a:moveTo>
                      <a:lnTo>
                        <a:pt x="25718" y="51435"/>
                      </a:lnTo>
                      <a:cubicBezTo>
                        <a:pt x="11525" y="51435"/>
                        <a:pt x="0" y="39814"/>
                        <a:pt x="0" y="25717"/>
                      </a:cubicBezTo>
                      <a:lnTo>
                        <a:pt x="0" y="25717"/>
                      </a:lnTo>
                      <a:cubicBezTo>
                        <a:pt x="0" y="11525"/>
                        <a:pt x="11621" y="0"/>
                        <a:pt x="25718" y="0"/>
                      </a:cubicBezTo>
                      <a:lnTo>
                        <a:pt x="214694" y="0"/>
                      </a:lnTo>
                      <a:cubicBezTo>
                        <a:pt x="228886" y="0"/>
                        <a:pt x="240411" y="11621"/>
                        <a:pt x="240411" y="25717"/>
                      </a:cubicBezTo>
                      <a:lnTo>
                        <a:pt x="240411" y="25717"/>
                      </a:lnTo>
                      <a:cubicBezTo>
                        <a:pt x="240411" y="39909"/>
                        <a:pt x="228791" y="51435"/>
                        <a:pt x="214694" y="51435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3" name="Google Shape;853;p28"/>
                <p:cNvSpPr/>
                <p:nvPr/>
              </p:nvSpPr>
              <p:spPr>
                <a:xfrm>
                  <a:off x="7073264" y="5047202"/>
                  <a:ext cx="108204" cy="23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204" h="23240" extrusionOk="0">
                      <a:moveTo>
                        <a:pt x="96584" y="23241"/>
                      </a:moveTo>
                      <a:lnTo>
                        <a:pt x="11621" y="23241"/>
                      </a:lnTo>
                      <a:cubicBezTo>
                        <a:pt x="5239" y="23241"/>
                        <a:pt x="0" y="18002"/>
                        <a:pt x="0" y="11620"/>
                      </a:cubicBezTo>
                      <a:lnTo>
                        <a:pt x="0" y="11620"/>
                      </a:lnTo>
                      <a:cubicBezTo>
                        <a:pt x="0" y="5239"/>
                        <a:pt x="5239" y="0"/>
                        <a:pt x="11621" y="0"/>
                      </a:cubicBezTo>
                      <a:lnTo>
                        <a:pt x="96584" y="0"/>
                      </a:lnTo>
                      <a:cubicBezTo>
                        <a:pt x="102965" y="0"/>
                        <a:pt x="108204" y="5239"/>
                        <a:pt x="108204" y="11620"/>
                      </a:cubicBezTo>
                      <a:lnTo>
                        <a:pt x="108204" y="11620"/>
                      </a:lnTo>
                      <a:cubicBezTo>
                        <a:pt x="108204" y="18002"/>
                        <a:pt x="102965" y="23241"/>
                        <a:pt x="96584" y="2324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54" name="Google Shape;854;p28"/>
              <p:cNvGrpSpPr/>
              <p:nvPr/>
            </p:nvGrpSpPr>
            <p:grpSpPr>
              <a:xfrm>
                <a:off x="6548871" y="2408331"/>
                <a:ext cx="1090139" cy="89414"/>
                <a:chOff x="6037516" y="4427791"/>
                <a:chExt cx="1210056" cy="99250"/>
              </a:xfrm>
            </p:grpSpPr>
            <p:sp>
              <p:nvSpPr>
                <p:cNvPr id="855" name="Google Shape;855;p28"/>
                <p:cNvSpPr/>
                <p:nvPr/>
              </p:nvSpPr>
              <p:spPr>
                <a:xfrm>
                  <a:off x="6037516" y="4427791"/>
                  <a:ext cx="49625" cy="9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625" h="99250" extrusionOk="0">
                      <a:moveTo>
                        <a:pt x="0" y="49625"/>
                      </a:moveTo>
                      <a:lnTo>
                        <a:pt x="49625" y="99251"/>
                      </a:lnTo>
                      <a:lnTo>
                        <a:pt x="49625" y="0"/>
                      </a:lnTo>
                      <a:lnTo>
                        <a:pt x="0" y="4962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6" name="Google Shape;856;p28"/>
                <p:cNvSpPr/>
                <p:nvPr/>
              </p:nvSpPr>
              <p:spPr>
                <a:xfrm>
                  <a:off x="7197947" y="4427791"/>
                  <a:ext cx="49625" cy="9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625" h="99250" extrusionOk="0">
                      <a:moveTo>
                        <a:pt x="0" y="0"/>
                      </a:moveTo>
                      <a:lnTo>
                        <a:pt x="0" y="99251"/>
                      </a:lnTo>
                      <a:lnTo>
                        <a:pt x="49625" y="496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57" name="Google Shape;857;p28"/>
              <p:cNvGrpSpPr/>
              <p:nvPr/>
            </p:nvGrpSpPr>
            <p:grpSpPr>
              <a:xfrm>
                <a:off x="7012935" y="2651519"/>
                <a:ext cx="157033" cy="16304"/>
                <a:chOff x="6552628" y="4697730"/>
                <a:chExt cx="174307" cy="18097"/>
              </a:xfrm>
            </p:grpSpPr>
            <p:sp>
              <p:nvSpPr>
                <p:cNvPr id="858" name="Google Shape;858;p28"/>
                <p:cNvSpPr/>
                <p:nvPr/>
              </p:nvSpPr>
              <p:spPr>
                <a:xfrm>
                  <a:off x="6552628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02"/>
                        <a:pt x="14097" y="18097"/>
                        <a:pt x="9049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9" y="0"/>
                      </a:cubicBezTo>
                      <a:cubicBezTo>
                        <a:pt x="14097" y="0"/>
                        <a:pt x="18098" y="4000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9" name="Google Shape;859;p28"/>
                <p:cNvSpPr/>
                <p:nvPr/>
              </p:nvSpPr>
              <p:spPr>
                <a:xfrm>
                  <a:off x="6591681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46"/>
                        <a:pt x="14046" y="18098"/>
                        <a:pt x="9049" y="18098"/>
                      </a:cubicBezTo>
                      <a:cubicBezTo>
                        <a:pt x="4051" y="18098"/>
                        <a:pt x="0" y="14046"/>
                        <a:pt x="0" y="9049"/>
                      </a:cubicBezTo>
                      <a:cubicBezTo>
                        <a:pt x="0" y="4051"/>
                        <a:pt x="4051" y="0"/>
                        <a:pt x="9049" y="0"/>
                      </a:cubicBezTo>
                      <a:cubicBezTo>
                        <a:pt x="14046" y="0"/>
                        <a:pt x="18098" y="4051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0" name="Google Shape;860;p28"/>
                <p:cNvSpPr/>
                <p:nvPr/>
              </p:nvSpPr>
              <p:spPr>
                <a:xfrm>
                  <a:off x="6630733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7" y="9049"/>
                      </a:moveTo>
                      <a:cubicBezTo>
                        <a:pt x="18097" y="14002"/>
                        <a:pt x="14097" y="18097"/>
                        <a:pt x="9049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9" y="0"/>
                      </a:cubicBezTo>
                      <a:cubicBezTo>
                        <a:pt x="14097" y="0"/>
                        <a:pt x="18097" y="4000"/>
                        <a:pt x="18097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1" name="Google Shape;861;p28"/>
                <p:cNvSpPr/>
                <p:nvPr/>
              </p:nvSpPr>
              <p:spPr>
                <a:xfrm>
                  <a:off x="6669881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46"/>
                        <a:pt x="14046" y="18098"/>
                        <a:pt x="9049" y="18098"/>
                      </a:cubicBezTo>
                      <a:cubicBezTo>
                        <a:pt x="4051" y="18098"/>
                        <a:pt x="0" y="14046"/>
                        <a:pt x="0" y="9049"/>
                      </a:cubicBezTo>
                      <a:cubicBezTo>
                        <a:pt x="0" y="4051"/>
                        <a:pt x="4051" y="0"/>
                        <a:pt x="9049" y="0"/>
                      </a:cubicBezTo>
                      <a:cubicBezTo>
                        <a:pt x="14046" y="0"/>
                        <a:pt x="18098" y="4051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2" name="Google Shape;862;p28"/>
                <p:cNvSpPr/>
                <p:nvPr/>
              </p:nvSpPr>
              <p:spPr>
                <a:xfrm>
                  <a:off x="6708838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7" y="9049"/>
                      </a:moveTo>
                      <a:cubicBezTo>
                        <a:pt x="18097" y="14002"/>
                        <a:pt x="14097" y="18097"/>
                        <a:pt x="9048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8" y="0"/>
                      </a:cubicBezTo>
                      <a:cubicBezTo>
                        <a:pt x="14097" y="0"/>
                        <a:pt x="18097" y="4000"/>
                        <a:pt x="18097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63" name="Google Shape;863;p28"/>
              <p:cNvSpPr/>
              <p:nvPr/>
            </p:nvSpPr>
            <p:spPr>
              <a:xfrm>
                <a:off x="6548699" y="3046960"/>
                <a:ext cx="1089050" cy="8572"/>
              </a:xfrm>
              <a:custGeom>
                <a:avLst/>
                <a:gdLst/>
                <a:ahLst/>
                <a:cxnLst/>
                <a:rect l="l" t="t" r="r" b="b"/>
                <a:pathLst>
                  <a:path w="1210055" h="9525" extrusionOk="0">
                    <a:moveTo>
                      <a:pt x="0" y="0"/>
                    </a:moveTo>
                    <a:lnTo>
                      <a:pt x="1210056" y="0"/>
                    </a:lnTo>
                  </a:path>
                </a:pathLst>
              </a:custGeom>
              <a:noFill/>
              <a:ln w="17525" cap="flat" cmpd="sng">
                <a:solidFill>
                  <a:srgbClr val="FFFFF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64" name="Google Shape;864;p28"/>
              <p:cNvGrpSpPr/>
              <p:nvPr/>
            </p:nvGrpSpPr>
            <p:grpSpPr>
              <a:xfrm>
                <a:off x="6505708" y="2659414"/>
                <a:ext cx="413779" cy="413778"/>
                <a:chOff x="5989605" y="4706493"/>
                <a:chExt cx="459295" cy="459294"/>
              </a:xfrm>
            </p:grpSpPr>
            <p:grpSp>
              <p:nvGrpSpPr>
                <p:cNvPr id="865" name="Google Shape;865;p28"/>
                <p:cNvGrpSpPr/>
                <p:nvPr/>
              </p:nvGrpSpPr>
              <p:grpSpPr>
                <a:xfrm>
                  <a:off x="6001893" y="4718780"/>
                  <a:ext cx="444150" cy="444151"/>
                  <a:chOff x="6001893" y="4718780"/>
                  <a:chExt cx="444150" cy="444151"/>
                </a:xfrm>
              </p:grpSpPr>
              <p:sp>
                <p:nvSpPr>
                  <p:cNvPr id="866" name="Google Shape;866;p28"/>
                  <p:cNvSpPr/>
                  <p:nvPr/>
                </p:nvSpPr>
                <p:spPr>
                  <a:xfrm>
                    <a:off x="6017418" y="5153406"/>
                    <a:ext cx="388048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8048" h="9525" extrusionOk="0">
                        <a:moveTo>
                          <a:pt x="388048" y="0"/>
                        </a:moveTo>
                        <a:lnTo>
                          <a:pt x="0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7" name="Google Shape;867;p28"/>
                  <p:cNvSpPr/>
                  <p:nvPr/>
                </p:nvSpPr>
                <p:spPr>
                  <a:xfrm>
                    <a:off x="6001893" y="4734306"/>
                    <a:ext cx="9525" cy="38804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88048" extrusionOk="0">
                        <a:moveTo>
                          <a:pt x="0" y="388049"/>
                        </a:moveTo>
                        <a:lnTo>
                          <a:pt x="0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8" name="Google Shape;868;p28"/>
                  <p:cNvSpPr/>
                  <p:nvPr/>
                </p:nvSpPr>
                <p:spPr>
                  <a:xfrm>
                    <a:off x="6032944" y="4718780"/>
                    <a:ext cx="388048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8048" h="9525" extrusionOk="0">
                        <a:moveTo>
                          <a:pt x="0" y="0"/>
                        </a:moveTo>
                        <a:lnTo>
                          <a:pt x="388048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9" name="Google Shape;869;p28"/>
                  <p:cNvSpPr/>
                  <p:nvPr/>
                </p:nvSpPr>
                <p:spPr>
                  <a:xfrm>
                    <a:off x="6436518" y="4749831"/>
                    <a:ext cx="9525" cy="38804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88048" extrusionOk="0">
                        <a:moveTo>
                          <a:pt x="0" y="0"/>
                        </a:moveTo>
                        <a:lnTo>
                          <a:pt x="0" y="388049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0" name="Google Shape;870;p28"/>
                <p:cNvGrpSpPr/>
                <p:nvPr/>
              </p:nvGrpSpPr>
              <p:grpSpPr>
                <a:xfrm>
                  <a:off x="5989605" y="4706493"/>
                  <a:ext cx="459295" cy="459294"/>
                  <a:chOff x="5989605" y="4706493"/>
                  <a:chExt cx="459295" cy="459294"/>
                </a:xfrm>
              </p:grpSpPr>
              <p:grpSp>
                <p:nvGrpSpPr>
                  <p:cNvPr id="871" name="Google Shape;871;p28"/>
                  <p:cNvGrpSpPr/>
                  <p:nvPr/>
                </p:nvGrpSpPr>
                <p:grpSpPr>
                  <a:xfrm>
                    <a:off x="5989605" y="4706493"/>
                    <a:ext cx="459295" cy="24669"/>
                    <a:chOff x="5989605" y="4706493"/>
                    <a:chExt cx="459295" cy="24669"/>
                  </a:xfrm>
                </p:grpSpPr>
                <p:sp>
                  <p:nvSpPr>
                    <p:cNvPr id="872" name="Google Shape;872;p28"/>
                    <p:cNvSpPr/>
                    <p:nvPr/>
                  </p:nvSpPr>
                  <p:spPr>
                    <a:xfrm>
                      <a:off x="5989605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3" name="Google Shape;873;p28"/>
                    <p:cNvSpPr/>
                    <p:nvPr/>
                  </p:nvSpPr>
                  <p:spPr>
                    <a:xfrm>
                      <a:off x="6206871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4" name="Google Shape;874;p28"/>
                    <p:cNvSpPr/>
                    <p:nvPr/>
                  </p:nvSpPr>
                  <p:spPr>
                    <a:xfrm>
                      <a:off x="6424231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875" name="Google Shape;875;p28"/>
                  <p:cNvGrpSpPr/>
                  <p:nvPr/>
                </p:nvGrpSpPr>
                <p:grpSpPr>
                  <a:xfrm>
                    <a:off x="5989605" y="4923758"/>
                    <a:ext cx="459295" cy="24669"/>
                    <a:chOff x="5989605" y="4923758"/>
                    <a:chExt cx="459295" cy="24669"/>
                  </a:xfrm>
                </p:grpSpPr>
                <p:sp>
                  <p:nvSpPr>
                    <p:cNvPr id="876" name="Google Shape;876;p28"/>
                    <p:cNvSpPr/>
                    <p:nvPr/>
                  </p:nvSpPr>
                  <p:spPr>
                    <a:xfrm>
                      <a:off x="5989605" y="492375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7" name="Google Shape;877;p28"/>
                    <p:cNvSpPr/>
                    <p:nvPr/>
                  </p:nvSpPr>
                  <p:spPr>
                    <a:xfrm>
                      <a:off x="6424231" y="492375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878" name="Google Shape;878;p28"/>
                  <p:cNvGrpSpPr/>
                  <p:nvPr/>
                </p:nvGrpSpPr>
                <p:grpSpPr>
                  <a:xfrm>
                    <a:off x="5989605" y="5141118"/>
                    <a:ext cx="459295" cy="24669"/>
                    <a:chOff x="5989605" y="5141118"/>
                    <a:chExt cx="459295" cy="24669"/>
                  </a:xfrm>
                </p:grpSpPr>
                <p:sp>
                  <p:nvSpPr>
                    <p:cNvPr id="879" name="Google Shape;879;p28"/>
                    <p:cNvSpPr/>
                    <p:nvPr/>
                  </p:nvSpPr>
                  <p:spPr>
                    <a:xfrm>
                      <a:off x="5989605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80" name="Google Shape;880;p28"/>
                    <p:cNvSpPr/>
                    <p:nvPr/>
                  </p:nvSpPr>
                  <p:spPr>
                    <a:xfrm>
                      <a:off x="6206871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81" name="Google Shape;881;p28"/>
                    <p:cNvSpPr/>
                    <p:nvPr/>
                  </p:nvSpPr>
                  <p:spPr>
                    <a:xfrm>
                      <a:off x="6424231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</p:grpSp>
        </p:grpSp>
        <p:grpSp>
          <p:nvGrpSpPr>
            <p:cNvPr id="882" name="Google Shape;882;p28"/>
            <p:cNvGrpSpPr/>
            <p:nvPr/>
          </p:nvGrpSpPr>
          <p:grpSpPr>
            <a:xfrm>
              <a:off x="5248799" y="1817418"/>
              <a:ext cx="479083" cy="595031"/>
              <a:chOff x="5580610" y="1953710"/>
              <a:chExt cx="392498" cy="487491"/>
            </a:xfrm>
          </p:grpSpPr>
          <p:grpSp>
            <p:nvGrpSpPr>
              <p:cNvPr id="883" name="Google Shape;883;p28"/>
              <p:cNvGrpSpPr/>
              <p:nvPr/>
            </p:nvGrpSpPr>
            <p:grpSpPr>
              <a:xfrm>
                <a:off x="5580610" y="1953710"/>
                <a:ext cx="392498" cy="487491"/>
                <a:chOff x="7385113" y="1535430"/>
                <a:chExt cx="435673" cy="541115"/>
              </a:xfrm>
            </p:grpSpPr>
            <p:sp>
              <p:nvSpPr>
                <p:cNvPr id="884" name="Google Shape;884;p28"/>
                <p:cNvSpPr/>
                <p:nvPr/>
              </p:nvSpPr>
              <p:spPr>
                <a:xfrm>
                  <a:off x="7385113" y="1535430"/>
                  <a:ext cx="435673" cy="541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5673" h="541115" extrusionOk="0">
                      <a:moveTo>
                        <a:pt x="394621" y="0"/>
                      </a:moveTo>
                      <a:cubicBezTo>
                        <a:pt x="417294" y="0"/>
                        <a:pt x="435674" y="18380"/>
                        <a:pt x="435674" y="41053"/>
                      </a:cubicBezTo>
                      <a:lnTo>
                        <a:pt x="435674" y="500062"/>
                      </a:lnTo>
                      <a:cubicBezTo>
                        <a:pt x="435674" y="522735"/>
                        <a:pt x="417294" y="541115"/>
                        <a:pt x="394621" y="541115"/>
                      </a:cubicBezTo>
                      <a:lnTo>
                        <a:pt x="41053" y="541115"/>
                      </a:lnTo>
                      <a:cubicBezTo>
                        <a:pt x="18380" y="541115"/>
                        <a:pt x="0" y="522735"/>
                        <a:pt x="0" y="500062"/>
                      </a:cubicBezTo>
                      <a:lnTo>
                        <a:pt x="0" y="41053"/>
                      </a:lnTo>
                      <a:cubicBezTo>
                        <a:pt x="0" y="18380"/>
                        <a:pt x="18380" y="0"/>
                        <a:pt x="41053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85" name="Google Shape;885;p28"/>
                <p:cNvGrpSpPr/>
                <p:nvPr/>
              </p:nvGrpSpPr>
              <p:grpSpPr>
                <a:xfrm>
                  <a:off x="7612094" y="1566576"/>
                  <a:ext cx="164781" cy="41529"/>
                  <a:chOff x="7612094" y="1566576"/>
                  <a:chExt cx="164781" cy="41529"/>
                </a:xfrm>
              </p:grpSpPr>
              <p:sp>
                <p:nvSpPr>
                  <p:cNvPr id="886" name="Google Shape;886;p28"/>
                  <p:cNvSpPr/>
                  <p:nvPr/>
                </p:nvSpPr>
                <p:spPr>
                  <a:xfrm>
                    <a:off x="7735347" y="1566576"/>
                    <a:ext cx="41528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5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5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7" name="Google Shape;887;p28"/>
                  <p:cNvSpPr/>
                  <p:nvPr/>
                </p:nvSpPr>
                <p:spPr>
                  <a:xfrm>
                    <a:off x="7673721" y="1566576"/>
                    <a:ext cx="41528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4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4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8" name="Google Shape;888;p28"/>
                  <p:cNvSpPr/>
                  <p:nvPr/>
                </p:nvSpPr>
                <p:spPr>
                  <a:xfrm>
                    <a:off x="7612094" y="1566576"/>
                    <a:ext cx="41529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5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5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889" name="Google Shape;889;p28"/>
              <p:cNvGrpSpPr/>
              <p:nvPr/>
            </p:nvGrpSpPr>
            <p:grpSpPr>
              <a:xfrm>
                <a:off x="5612446" y="2047672"/>
                <a:ext cx="323505" cy="338352"/>
                <a:chOff x="7420451" y="1639728"/>
                <a:chExt cx="359091" cy="375571"/>
              </a:xfrm>
            </p:grpSpPr>
            <p:sp>
              <p:nvSpPr>
                <p:cNvPr id="890" name="Google Shape;890;p28"/>
                <p:cNvSpPr/>
                <p:nvPr/>
              </p:nvSpPr>
              <p:spPr>
                <a:xfrm>
                  <a:off x="7420451" y="1852041"/>
                  <a:ext cx="357473" cy="1632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473" h="163258" extrusionOk="0">
                      <a:moveTo>
                        <a:pt x="40196" y="72962"/>
                      </a:moveTo>
                      <a:lnTo>
                        <a:pt x="0" y="72962"/>
                      </a:lnTo>
                      <a:lnTo>
                        <a:pt x="0" y="90297"/>
                      </a:lnTo>
                      <a:lnTo>
                        <a:pt x="40196" y="90297"/>
                      </a:lnTo>
                      <a:lnTo>
                        <a:pt x="40196" y="72962"/>
                      </a:lnTo>
                      <a:close/>
                      <a:moveTo>
                        <a:pt x="185166" y="126778"/>
                      </a:moveTo>
                      <a:lnTo>
                        <a:pt x="294894" y="126778"/>
                      </a:lnTo>
                      <a:lnTo>
                        <a:pt x="294894" y="109347"/>
                      </a:lnTo>
                      <a:lnTo>
                        <a:pt x="185166" y="109347"/>
                      </a:lnTo>
                      <a:lnTo>
                        <a:pt x="185166" y="126778"/>
                      </a:lnTo>
                      <a:close/>
                      <a:moveTo>
                        <a:pt x="294894" y="0"/>
                      </a:moveTo>
                      <a:lnTo>
                        <a:pt x="38291" y="0"/>
                      </a:lnTo>
                      <a:lnTo>
                        <a:pt x="38291" y="17335"/>
                      </a:lnTo>
                      <a:lnTo>
                        <a:pt x="294894" y="17335"/>
                      </a:lnTo>
                      <a:lnTo>
                        <a:pt x="294894" y="0"/>
                      </a:lnTo>
                      <a:close/>
                      <a:moveTo>
                        <a:pt x="0" y="163259"/>
                      </a:moveTo>
                      <a:lnTo>
                        <a:pt x="99632" y="163259"/>
                      </a:lnTo>
                      <a:lnTo>
                        <a:pt x="99632" y="145828"/>
                      </a:lnTo>
                      <a:lnTo>
                        <a:pt x="0" y="145828"/>
                      </a:lnTo>
                      <a:lnTo>
                        <a:pt x="0" y="163259"/>
                      </a:lnTo>
                      <a:close/>
                      <a:moveTo>
                        <a:pt x="76581" y="36481"/>
                      </a:moveTo>
                      <a:lnTo>
                        <a:pt x="0" y="36481"/>
                      </a:lnTo>
                      <a:lnTo>
                        <a:pt x="0" y="53816"/>
                      </a:lnTo>
                      <a:lnTo>
                        <a:pt x="76581" y="53816"/>
                      </a:lnTo>
                      <a:lnTo>
                        <a:pt x="76581" y="36481"/>
                      </a:lnTo>
                      <a:close/>
                      <a:moveTo>
                        <a:pt x="52483" y="90297"/>
                      </a:moveTo>
                      <a:lnTo>
                        <a:pt x="207836" y="90297"/>
                      </a:lnTo>
                      <a:lnTo>
                        <a:pt x="207836" y="72962"/>
                      </a:lnTo>
                      <a:lnTo>
                        <a:pt x="52483" y="72962"/>
                      </a:lnTo>
                      <a:lnTo>
                        <a:pt x="52483" y="90297"/>
                      </a:lnTo>
                      <a:close/>
                      <a:moveTo>
                        <a:pt x="164402" y="109347"/>
                      </a:moveTo>
                      <a:lnTo>
                        <a:pt x="0" y="109347"/>
                      </a:lnTo>
                      <a:lnTo>
                        <a:pt x="0" y="126778"/>
                      </a:lnTo>
                      <a:lnTo>
                        <a:pt x="164402" y="126778"/>
                      </a:lnTo>
                      <a:lnTo>
                        <a:pt x="164402" y="109347"/>
                      </a:lnTo>
                      <a:close/>
                      <a:moveTo>
                        <a:pt x="220218" y="90297"/>
                      </a:moveTo>
                      <a:lnTo>
                        <a:pt x="357378" y="90297"/>
                      </a:lnTo>
                      <a:lnTo>
                        <a:pt x="357378" y="72962"/>
                      </a:lnTo>
                      <a:lnTo>
                        <a:pt x="220218" y="72962"/>
                      </a:lnTo>
                      <a:lnTo>
                        <a:pt x="220218" y="90297"/>
                      </a:lnTo>
                      <a:close/>
                      <a:moveTo>
                        <a:pt x="97441" y="53816"/>
                      </a:moveTo>
                      <a:lnTo>
                        <a:pt x="357474" y="53816"/>
                      </a:lnTo>
                      <a:lnTo>
                        <a:pt x="357474" y="36481"/>
                      </a:lnTo>
                      <a:lnTo>
                        <a:pt x="97441" y="36481"/>
                      </a:lnTo>
                      <a:lnTo>
                        <a:pt x="97441" y="53816"/>
                      </a:lnTo>
                      <a:close/>
                      <a:moveTo>
                        <a:pt x="305371" y="0"/>
                      </a:moveTo>
                      <a:lnTo>
                        <a:pt x="305371" y="17335"/>
                      </a:lnTo>
                      <a:lnTo>
                        <a:pt x="357378" y="17335"/>
                      </a:lnTo>
                      <a:lnTo>
                        <a:pt x="357378" y="0"/>
                      </a:lnTo>
                      <a:lnTo>
                        <a:pt x="305371" y="0"/>
                      </a:lnTo>
                      <a:close/>
                      <a:moveTo>
                        <a:pt x="315659" y="126778"/>
                      </a:moveTo>
                      <a:lnTo>
                        <a:pt x="357378" y="126778"/>
                      </a:lnTo>
                      <a:lnTo>
                        <a:pt x="357378" y="109347"/>
                      </a:lnTo>
                      <a:lnTo>
                        <a:pt x="315659" y="109347"/>
                      </a:lnTo>
                      <a:lnTo>
                        <a:pt x="315659" y="126778"/>
                      </a:lnTo>
                      <a:close/>
                      <a:moveTo>
                        <a:pt x="120396" y="163259"/>
                      </a:moveTo>
                      <a:lnTo>
                        <a:pt x="222981" y="163259"/>
                      </a:lnTo>
                      <a:lnTo>
                        <a:pt x="222981" y="145828"/>
                      </a:lnTo>
                      <a:lnTo>
                        <a:pt x="120396" y="145828"/>
                      </a:lnTo>
                      <a:lnTo>
                        <a:pt x="120396" y="163259"/>
                      </a:lnTo>
                      <a:close/>
                      <a:moveTo>
                        <a:pt x="235363" y="163259"/>
                      </a:moveTo>
                      <a:lnTo>
                        <a:pt x="313563" y="163259"/>
                      </a:lnTo>
                      <a:lnTo>
                        <a:pt x="313563" y="145828"/>
                      </a:lnTo>
                      <a:lnTo>
                        <a:pt x="235363" y="145828"/>
                      </a:lnTo>
                      <a:lnTo>
                        <a:pt x="235363" y="163259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1" name="Google Shape;891;p28"/>
                <p:cNvSpPr/>
                <p:nvPr/>
              </p:nvSpPr>
              <p:spPr>
                <a:xfrm>
                  <a:off x="7425594" y="1639728"/>
                  <a:ext cx="353948" cy="1801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948" h="180117" extrusionOk="0">
                      <a:moveTo>
                        <a:pt x="0" y="0"/>
                      </a:moveTo>
                      <a:lnTo>
                        <a:pt x="353949" y="0"/>
                      </a:lnTo>
                      <a:lnTo>
                        <a:pt x="353949" y="180118"/>
                      </a:lnTo>
                      <a:lnTo>
                        <a:pt x="0" y="1801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892" name="Google Shape;892;p28"/>
            <p:cNvGrpSpPr/>
            <p:nvPr/>
          </p:nvGrpSpPr>
          <p:grpSpPr>
            <a:xfrm>
              <a:off x="7810967" y="2543174"/>
              <a:ext cx="1047787" cy="27232"/>
              <a:chOff x="7384446" y="3573113"/>
              <a:chExt cx="952880" cy="24765"/>
            </a:xfrm>
          </p:grpSpPr>
          <p:sp>
            <p:nvSpPr>
              <p:cNvPr id="893" name="Google Shape;893;p28"/>
              <p:cNvSpPr/>
              <p:nvPr/>
            </p:nvSpPr>
            <p:spPr>
              <a:xfrm>
                <a:off x="7396162" y="3585495"/>
                <a:ext cx="9293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29354" h="9525" extrusionOk="0">
                    <a:moveTo>
                      <a:pt x="929354" y="0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accent4"/>
              </a:solidFill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4" name="Google Shape;894;p28"/>
              <p:cNvSpPr/>
              <p:nvPr/>
            </p:nvSpPr>
            <p:spPr>
              <a:xfrm>
                <a:off x="8312562" y="3573113"/>
                <a:ext cx="24764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4" h="24765" extrusionOk="0">
                    <a:moveTo>
                      <a:pt x="12382" y="0"/>
                    </a:moveTo>
                    <a:cubicBezTo>
                      <a:pt x="19240" y="0"/>
                      <a:pt x="24765" y="5524"/>
                      <a:pt x="24765" y="12382"/>
                    </a:cubicBezTo>
                    <a:cubicBezTo>
                      <a:pt x="24765" y="19240"/>
                      <a:pt x="19240" y="24765"/>
                      <a:pt x="12382" y="24765"/>
                    </a:cubicBezTo>
                    <a:cubicBezTo>
                      <a:pt x="5524" y="24765"/>
                      <a:pt x="0" y="19240"/>
                      <a:pt x="0" y="12382"/>
                    </a:cubicBezTo>
                    <a:cubicBezTo>
                      <a:pt x="0" y="5524"/>
                      <a:pt x="5524" y="0"/>
                      <a:pt x="123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5" name="Google Shape;895;p28"/>
              <p:cNvSpPr/>
              <p:nvPr/>
            </p:nvSpPr>
            <p:spPr>
              <a:xfrm>
                <a:off x="7384446" y="3573113"/>
                <a:ext cx="24764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4" h="24765" extrusionOk="0">
                    <a:moveTo>
                      <a:pt x="12382" y="0"/>
                    </a:moveTo>
                    <a:cubicBezTo>
                      <a:pt x="5524" y="0"/>
                      <a:pt x="0" y="5524"/>
                      <a:pt x="0" y="12382"/>
                    </a:cubicBezTo>
                    <a:cubicBezTo>
                      <a:pt x="0" y="19240"/>
                      <a:pt x="5524" y="24765"/>
                      <a:pt x="12382" y="24765"/>
                    </a:cubicBezTo>
                    <a:cubicBezTo>
                      <a:pt x="19240" y="24765"/>
                      <a:pt x="24765" y="19240"/>
                      <a:pt x="24765" y="12382"/>
                    </a:cubicBezTo>
                    <a:cubicBezTo>
                      <a:pt x="24765" y="5524"/>
                      <a:pt x="19240" y="0"/>
                      <a:pt x="123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96" name="Google Shape;896;p28"/>
            <p:cNvGrpSpPr/>
            <p:nvPr/>
          </p:nvGrpSpPr>
          <p:grpSpPr>
            <a:xfrm>
              <a:off x="8348540" y="2013384"/>
              <a:ext cx="657643" cy="856749"/>
              <a:chOff x="-2" y="3134666"/>
              <a:chExt cx="498554" cy="649495"/>
            </a:xfrm>
          </p:grpSpPr>
          <p:grpSp>
            <p:nvGrpSpPr>
              <p:cNvPr id="897" name="Google Shape;897;p28"/>
              <p:cNvGrpSpPr/>
              <p:nvPr/>
            </p:nvGrpSpPr>
            <p:grpSpPr>
              <a:xfrm>
                <a:off x="-2" y="3134666"/>
                <a:ext cx="498554" cy="649495"/>
                <a:chOff x="895350" y="4265199"/>
                <a:chExt cx="598074" cy="779145"/>
              </a:xfrm>
            </p:grpSpPr>
            <p:sp>
              <p:nvSpPr>
                <p:cNvPr id="898" name="Google Shape;898;p28"/>
                <p:cNvSpPr/>
                <p:nvPr/>
              </p:nvSpPr>
              <p:spPr>
                <a:xfrm>
                  <a:off x="895350" y="4265199"/>
                  <a:ext cx="598074" cy="7791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074" h="779145" extrusionOk="0">
                      <a:moveTo>
                        <a:pt x="557022" y="0"/>
                      </a:moveTo>
                      <a:cubicBezTo>
                        <a:pt x="579695" y="0"/>
                        <a:pt x="598075" y="18380"/>
                        <a:pt x="598075" y="41053"/>
                      </a:cubicBezTo>
                      <a:lnTo>
                        <a:pt x="598075" y="738092"/>
                      </a:lnTo>
                      <a:cubicBezTo>
                        <a:pt x="598075" y="760765"/>
                        <a:pt x="579695" y="779145"/>
                        <a:pt x="557022" y="779145"/>
                      </a:cubicBezTo>
                      <a:lnTo>
                        <a:pt x="41053" y="779145"/>
                      </a:lnTo>
                      <a:cubicBezTo>
                        <a:pt x="18380" y="779145"/>
                        <a:pt x="0" y="760765"/>
                        <a:pt x="0" y="738092"/>
                      </a:cubicBezTo>
                      <a:lnTo>
                        <a:pt x="0" y="41053"/>
                      </a:lnTo>
                      <a:cubicBezTo>
                        <a:pt x="0" y="18380"/>
                        <a:pt x="18380" y="0"/>
                        <a:pt x="41053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99" name="Google Shape;899;p28"/>
                <p:cNvGrpSpPr/>
                <p:nvPr/>
              </p:nvGrpSpPr>
              <p:grpSpPr>
                <a:xfrm>
                  <a:off x="1284732" y="4296441"/>
                  <a:ext cx="164876" cy="41528"/>
                  <a:chOff x="1284732" y="4296441"/>
                  <a:chExt cx="164876" cy="41528"/>
                </a:xfrm>
              </p:grpSpPr>
              <p:sp>
                <p:nvSpPr>
                  <p:cNvPr id="900" name="Google Shape;900;p28"/>
                  <p:cNvSpPr/>
                  <p:nvPr/>
                </p:nvSpPr>
                <p:spPr>
                  <a:xfrm>
                    <a:off x="1408080" y="4296441"/>
                    <a:ext cx="41528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4" y="41529"/>
                          <a:pt x="20764" y="41529"/>
                        </a:cubicBezTo>
                        <a:cubicBezTo>
                          <a:pt x="9334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4" y="0"/>
                          <a:pt x="20764" y="0"/>
                        </a:cubicBezTo>
                        <a:cubicBezTo>
                          <a:pt x="32194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1" name="Google Shape;901;p28"/>
                  <p:cNvSpPr/>
                  <p:nvPr/>
                </p:nvSpPr>
                <p:spPr>
                  <a:xfrm>
                    <a:off x="1346358" y="4296441"/>
                    <a:ext cx="41529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5" y="41529"/>
                          <a:pt x="20765" y="41529"/>
                        </a:cubicBezTo>
                        <a:cubicBezTo>
                          <a:pt x="9335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5" y="0"/>
                          <a:pt x="20765" y="0"/>
                        </a:cubicBezTo>
                        <a:cubicBezTo>
                          <a:pt x="32195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2" name="Google Shape;902;p28"/>
                  <p:cNvSpPr/>
                  <p:nvPr/>
                </p:nvSpPr>
                <p:spPr>
                  <a:xfrm>
                    <a:off x="1284732" y="4296441"/>
                    <a:ext cx="41529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4" y="41529"/>
                          <a:pt x="20765" y="41529"/>
                        </a:cubicBezTo>
                        <a:cubicBezTo>
                          <a:pt x="9334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4" y="0"/>
                          <a:pt x="20765" y="0"/>
                        </a:cubicBezTo>
                        <a:cubicBezTo>
                          <a:pt x="32194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903" name="Google Shape;903;p28"/>
              <p:cNvGrpSpPr/>
              <p:nvPr/>
            </p:nvGrpSpPr>
            <p:grpSpPr>
              <a:xfrm>
                <a:off x="59230" y="3269171"/>
                <a:ext cx="382391" cy="400019"/>
                <a:chOff x="966406" y="4426553"/>
                <a:chExt cx="458723" cy="479869"/>
              </a:xfrm>
            </p:grpSpPr>
            <p:sp>
              <p:nvSpPr>
                <p:cNvPr id="904" name="Google Shape;904;p28"/>
                <p:cNvSpPr/>
                <p:nvPr/>
              </p:nvSpPr>
              <p:spPr>
                <a:xfrm>
                  <a:off x="966406" y="4697825"/>
                  <a:ext cx="456723" cy="2085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6723" h="208597" extrusionOk="0">
                      <a:moveTo>
                        <a:pt x="51340" y="93250"/>
                      </a:moveTo>
                      <a:lnTo>
                        <a:pt x="0" y="93250"/>
                      </a:lnTo>
                      <a:lnTo>
                        <a:pt x="0" y="115443"/>
                      </a:lnTo>
                      <a:lnTo>
                        <a:pt x="51340" y="115443"/>
                      </a:lnTo>
                      <a:lnTo>
                        <a:pt x="51340" y="93250"/>
                      </a:lnTo>
                      <a:close/>
                      <a:moveTo>
                        <a:pt x="236601" y="162020"/>
                      </a:moveTo>
                      <a:lnTo>
                        <a:pt x="376904" y="162020"/>
                      </a:lnTo>
                      <a:lnTo>
                        <a:pt x="376904" y="139827"/>
                      </a:lnTo>
                      <a:lnTo>
                        <a:pt x="236601" y="139827"/>
                      </a:lnTo>
                      <a:lnTo>
                        <a:pt x="236601" y="162020"/>
                      </a:lnTo>
                      <a:close/>
                      <a:moveTo>
                        <a:pt x="376809" y="0"/>
                      </a:moveTo>
                      <a:lnTo>
                        <a:pt x="48863" y="0"/>
                      </a:lnTo>
                      <a:lnTo>
                        <a:pt x="48863" y="22193"/>
                      </a:lnTo>
                      <a:lnTo>
                        <a:pt x="376809" y="22193"/>
                      </a:lnTo>
                      <a:lnTo>
                        <a:pt x="376809" y="0"/>
                      </a:lnTo>
                      <a:close/>
                      <a:moveTo>
                        <a:pt x="0" y="208597"/>
                      </a:moveTo>
                      <a:lnTo>
                        <a:pt x="127349" y="208597"/>
                      </a:lnTo>
                      <a:lnTo>
                        <a:pt x="127349" y="186404"/>
                      </a:lnTo>
                      <a:lnTo>
                        <a:pt x="0" y="186404"/>
                      </a:lnTo>
                      <a:lnTo>
                        <a:pt x="0" y="208597"/>
                      </a:lnTo>
                      <a:close/>
                      <a:moveTo>
                        <a:pt x="97917" y="46577"/>
                      </a:moveTo>
                      <a:lnTo>
                        <a:pt x="0" y="46577"/>
                      </a:lnTo>
                      <a:lnTo>
                        <a:pt x="0" y="68771"/>
                      </a:lnTo>
                      <a:lnTo>
                        <a:pt x="97917" y="68771"/>
                      </a:lnTo>
                      <a:lnTo>
                        <a:pt x="97917" y="46577"/>
                      </a:lnTo>
                      <a:close/>
                      <a:moveTo>
                        <a:pt x="67056" y="115348"/>
                      </a:moveTo>
                      <a:lnTo>
                        <a:pt x="265557" y="115348"/>
                      </a:lnTo>
                      <a:lnTo>
                        <a:pt x="265557" y="93154"/>
                      </a:lnTo>
                      <a:lnTo>
                        <a:pt x="67056" y="93154"/>
                      </a:lnTo>
                      <a:lnTo>
                        <a:pt x="67056" y="115348"/>
                      </a:lnTo>
                      <a:close/>
                      <a:moveTo>
                        <a:pt x="210026" y="139732"/>
                      </a:moveTo>
                      <a:lnTo>
                        <a:pt x="0" y="139732"/>
                      </a:lnTo>
                      <a:lnTo>
                        <a:pt x="0" y="161925"/>
                      </a:lnTo>
                      <a:lnTo>
                        <a:pt x="210122" y="161925"/>
                      </a:lnTo>
                      <a:lnTo>
                        <a:pt x="210122" y="139732"/>
                      </a:lnTo>
                      <a:close/>
                      <a:moveTo>
                        <a:pt x="281369" y="115348"/>
                      </a:moveTo>
                      <a:lnTo>
                        <a:pt x="456724" y="115348"/>
                      </a:lnTo>
                      <a:lnTo>
                        <a:pt x="456724" y="93154"/>
                      </a:lnTo>
                      <a:lnTo>
                        <a:pt x="281369" y="93154"/>
                      </a:lnTo>
                      <a:lnTo>
                        <a:pt x="281369" y="115348"/>
                      </a:lnTo>
                      <a:close/>
                      <a:moveTo>
                        <a:pt x="124397" y="68771"/>
                      </a:moveTo>
                      <a:lnTo>
                        <a:pt x="456629" y="68771"/>
                      </a:lnTo>
                      <a:lnTo>
                        <a:pt x="456629" y="46577"/>
                      </a:lnTo>
                      <a:lnTo>
                        <a:pt x="124397" y="46577"/>
                      </a:lnTo>
                      <a:lnTo>
                        <a:pt x="124397" y="68771"/>
                      </a:lnTo>
                      <a:close/>
                      <a:moveTo>
                        <a:pt x="390144" y="0"/>
                      </a:moveTo>
                      <a:lnTo>
                        <a:pt x="390144" y="22193"/>
                      </a:lnTo>
                      <a:lnTo>
                        <a:pt x="456629" y="22193"/>
                      </a:lnTo>
                      <a:lnTo>
                        <a:pt x="456629" y="0"/>
                      </a:lnTo>
                      <a:lnTo>
                        <a:pt x="390144" y="0"/>
                      </a:lnTo>
                      <a:close/>
                      <a:moveTo>
                        <a:pt x="403289" y="162020"/>
                      </a:moveTo>
                      <a:lnTo>
                        <a:pt x="456629" y="162020"/>
                      </a:lnTo>
                      <a:lnTo>
                        <a:pt x="456629" y="139827"/>
                      </a:lnTo>
                      <a:lnTo>
                        <a:pt x="403289" y="139827"/>
                      </a:lnTo>
                      <a:lnTo>
                        <a:pt x="403289" y="162020"/>
                      </a:lnTo>
                      <a:close/>
                      <a:moveTo>
                        <a:pt x="153734" y="208597"/>
                      </a:moveTo>
                      <a:lnTo>
                        <a:pt x="284893" y="208597"/>
                      </a:lnTo>
                      <a:lnTo>
                        <a:pt x="284893" y="186404"/>
                      </a:lnTo>
                      <a:lnTo>
                        <a:pt x="153734" y="186404"/>
                      </a:lnTo>
                      <a:lnTo>
                        <a:pt x="153734" y="208597"/>
                      </a:lnTo>
                      <a:close/>
                      <a:moveTo>
                        <a:pt x="300704" y="208597"/>
                      </a:moveTo>
                      <a:lnTo>
                        <a:pt x="400622" y="208597"/>
                      </a:lnTo>
                      <a:lnTo>
                        <a:pt x="400622" y="186404"/>
                      </a:lnTo>
                      <a:lnTo>
                        <a:pt x="300704" y="186404"/>
                      </a:lnTo>
                      <a:lnTo>
                        <a:pt x="300704" y="20859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5" name="Google Shape;905;p28"/>
                <p:cNvSpPr/>
                <p:nvPr/>
              </p:nvSpPr>
              <p:spPr>
                <a:xfrm>
                  <a:off x="972883" y="4426553"/>
                  <a:ext cx="452246" cy="2302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246" h="230219" extrusionOk="0">
                      <a:moveTo>
                        <a:pt x="0" y="0"/>
                      </a:moveTo>
                      <a:lnTo>
                        <a:pt x="452247" y="0"/>
                      </a:lnTo>
                      <a:lnTo>
                        <a:pt x="452247" y="230219"/>
                      </a:lnTo>
                      <a:lnTo>
                        <a:pt x="0" y="23021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906" name="Google Shape;906;p28"/>
            <p:cNvGrpSpPr/>
            <p:nvPr/>
          </p:nvGrpSpPr>
          <p:grpSpPr>
            <a:xfrm>
              <a:off x="5165167" y="2950875"/>
              <a:ext cx="645598" cy="1166771"/>
              <a:chOff x="5165167" y="2950875"/>
              <a:chExt cx="645598" cy="1166771"/>
            </a:xfrm>
          </p:grpSpPr>
          <p:grpSp>
            <p:nvGrpSpPr>
              <p:cNvPr id="907" name="Google Shape;907;p28"/>
              <p:cNvGrpSpPr/>
              <p:nvPr/>
            </p:nvGrpSpPr>
            <p:grpSpPr>
              <a:xfrm>
                <a:off x="5165167" y="2950875"/>
                <a:ext cx="645598" cy="1166771"/>
                <a:chOff x="1024660" y="3708890"/>
                <a:chExt cx="489423" cy="884520"/>
              </a:xfrm>
            </p:grpSpPr>
            <p:grpSp>
              <p:nvGrpSpPr>
                <p:cNvPr id="908" name="Google Shape;908;p28"/>
                <p:cNvGrpSpPr/>
                <p:nvPr/>
              </p:nvGrpSpPr>
              <p:grpSpPr>
                <a:xfrm>
                  <a:off x="1024660" y="3708890"/>
                  <a:ext cx="489423" cy="884520"/>
                  <a:chOff x="2124551" y="4954047"/>
                  <a:chExt cx="587120" cy="1061085"/>
                </a:xfrm>
              </p:grpSpPr>
              <p:sp>
                <p:nvSpPr>
                  <p:cNvPr id="909" name="Google Shape;909;p28"/>
                  <p:cNvSpPr/>
                  <p:nvPr/>
                </p:nvSpPr>
                <p:spPr>
                  <a:xfrm>
                    <a:off x="2124551" y="4954047"/>
                    <a:ext cx="587120" cy="10610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7120" h="1061085" extrusionOk="0">
                        <a:moveTo>
                          <a:pt x="91440" y="0"/>
                        </a:moveTo>
                        <a:lnTo>
                          <a:pt x="495681" y="0"/>
                        </a:lnTo>
                        <a:cubicBezTo>
                          <a:pt x="546163" y="0"/>
                          <a:pt x="587121" y="40958"/>
                          <a:pt x="587121" y="91440"/>
                        </a:cubicBezTo>
                        <a:lnTo>
                          <a:pt x="587121" y="969645"/>
                        </a:lnTo>
                        <a:cubicBezTo>
                          <a:pt x="587121" y="1020128"/>
                          <a:pt x="546163" y="1061085"/>
                          <a:pt x="495681" y="1061085"/>
                        </a:cubicBezTo>
                        <a:lnTo>
                          <a:pt x="91440" y="1061085"/>
                        </a:lnTo>
                        <a:cubicBezTo>
                          <a:pt x="40958" y="1061085"/>
                          <a:pt x="0" y="1020128"/>
                          <a:pt x="0" y="969645"/>
                        </a:cubicBezTo>
                        <a:lnTo>
                          <a:pt x="0" y="91440"/>
                        </a:lnTo>
                        <a:cubicBezTo>
                          <a:pt x="0" y="40958"/>
                          <a:pt x="40958" y="0"/>
                          <a:pt x="91440" y="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0" name="Google Shape;910;p28"/>
                  <p:cNvSpPr/>
                  <p:nvPr/>
                </p:nvSpPr>
                <p:spPr>
                  <a:xfrm>
                    <a:off x="2339530" y="4987099"/>
                    <a:ext cx="157162" cy="255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7162" h="25527" extrusionOk="0">
                        <a:moveTo>
                          <a:pt x="144399" y="25527"/>
                        </a:moveTo>
                        <a:lnTo>
                          <a:pt x="12764" y="25527"/>
                        </a:lnTo>
                        <a:cubicBezTo>
                          <a:pt x="5715" y="25527"/>
                          <a:pt x="0" y="19812"/>
                          <a:pt x="0" y="12764"/>
                        </a:cubicBezTo>
                        <a:lnTo>
                          <a:pt x="0" y="12764"/>
                        </a:lnTo>
                        <a:cubicBezTo>
                          <a:pt x="0" y="5715"/>
                          <a:pt x="5715" y="0"/>
                          <a:pt x="12764" y="0"/>
                        </a:cubicBezTo>
                        <a:lnTo>
                          <a:pt x="144399" y="0"/>
                        </a:lnTo>
                        <a:cubicBezTo>
                          <a:pt x="151448" y="0"/>
                          <a:pt x="157163" y="5715"/>
                          <a:pt x="157163" y="12764"/>
                        </a:cubicBezTo>
                        <a:lnTo>
                          <a:pt x="157163" y="12764"/>
                        </a:lnTo>
                        <a:cubicBezTo>
                          <a:pt x="157163" y="19812"/>
                          <a:pt x="151448" y="25527"/>
                          <a:pt x="144399" y="2552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911" name="Google Shape;911;p28"/>
                <p:cNvSpPr/>
                <p:nvPr/>
              </p:nvSpPr>
              <p:spPr>
                <a:xfrm>
                  <a:off x="1059199" y="3818860"/>
                  <a:ext cx="419712" cy="6476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4158" h="777906" extrusionOk="0">
                      <a:moveTo>
                        <a:pt x="0" y="0"/>
                      </a:moveTo>
                      <a:lnTo>
                        <a:pt x="504158" y="0"/>
                      </a:lnTo>
                      <a:lnTo>
                        <a:pt x="504158" y="777907"/>
                      </a:lnTo>
                      <a:lnTo>
                        <a:pt x="0" y="777907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912" name="Google Shape;912;p28"/>
                <p:cNvGrpSpPr/>
                <p:nvPr/>
              </p:nvGrpSpPr>
              <p:grpSpPr>
                <a:xfrm>
                  <a:off x="1108189" y="4182116"/>
                  <a:ext cx="322524" cy="131011"/>
                  <a:chOff x="2224754" y="5521737"/>
                  <a:chExt cx="386905" cy="157163"/>
                </a:xfrm>
              </p:grpSpPr>
              <p:grpSp>
                <p:nvGrpSpPr>
                  <p:cNvPr id="913" name="Google Shape;913;p28"/>
                  <p:cNvGrpSpPr/>
                  <p:nvPr/>
                </p:nvGrpSpPr>
                <p:grpSpPr>
                  <a:xfrm>
                    <a:off x="2224754" y="5521737"/>
                    <a:ext cx="386905" cy="157163"/>
                    <a:chOff x="2224754" y="5521737"/>
                    <a:chExt cx="386905" cy="157163"/>
                  </a:xfrm>
                </p:grpSpPr>
                <p:grpSp>
                  <p:nvGrpSpPr>
                    <p:cNvPr id="914" name="Google Shape;914;p28"/>
                    <p:cNvGrpSpPr/>
                    <p:nvPr/>
                  </p:nvGrpSpPr>
                  <p:grpSpPr>
                    <a:xfrm>
                      <a:off x="2224754" y="5521737"/>
                      <a:ext cx="386905" cy="65532"/>
                      <a:chOff x="2224754" y="5521737"/>
                      <a:chExt cx="386905" cy="65532"/>
                    </a:xfrm>
                  </p:grpSpPr>
                  <p:sp>
                    <p:nvSpPr>
                      <p:cNvPr id="915" name="Google Shape;915;p28"/>
                      <p:cNvSpPr/>
                      <p:nvPr/>
                    </p:nvSpPr>
                    <p:spPr>
                      <a:xfrm>
                        <a:off x="2224754" y="5521737"/>
                        <a:ext cx="386905" cy="655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86905" h="65532" extrusionOk="0">
                            <a:moveTo>
                              <a:pt x="386810" y="15049"/>
                            </a:moveTo>
                            <a:lnTo>
                              <a:pt x="386810" y="50482"/>
                            </a:lnTo>
                            <a:cubicBezTo>
                              <a:pt x="386810" y="58769"/>
                              <a:pt x="380143" y="65532"/>
                              <a:pt x="371856" y="65532"/>
                            </a:cubicBezTo>
                            <a:lnTo>
                              <a:pt x="14954" y="65532"/>
                            </a:lnTo>
                            <a:cubicBezTo>
                              <a:pt x="14288" y="65532"/>
                              <a:pt x="13525" y="65532"/>
                              <a:pt x="12859" y="65341"/>
                            </a:cubicBezTo>
                            <a:cubicBezTo>
                              <a:pt x="5524" y="64294"/>
                              <a:pt x="0" y="58102"/>
                              <a:pt x="0" y="50482"/>
                            </a:cubicBezTo>
                            <a:lnTo>
                              <a:pt x="0" y="15049"/>
                            </a:lnTo>
                            <a:cubicBezTo>
                              <a:pt x="0" y="6762"/>
                              <a:pt x="6667" y="0"/>
                              <a:pt x="15049" y="0"/>
                            </a:cubicBezTo>
                            <a:lnTo>
                              <a:pt x="371951" y="0"/>
                            </a:lnTo>
                            <a:cubicBezTo>
                              <a:pt x="379476" y="0"/>
                              <a:pt x="385667" y="5619"/>
                              <a:pt x="386715" y="12859"/>
                            </a:cubicBezTo>
                            <a:cubicBezTo>
                              <a:pt x="386810" y="13525"/>
                              <a:pt x="386905" y="14288"/>
                              <a:pt x="386905" y="15049"/>
                            </a:cubicBezTo>
                            <a:close/>
                          </a:path>
                        </a:pathLst>
                      </a:custGeom>
                      <a:solidFill>
                        <a:schemeClr val="dk2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916" name="Google Shape;916;p28"/>
                      <p:cNvSpPr/>
                      <p:nvPr/>
                    </p:nvSpPr>
                    <p:spPr>
                      <a:xfrm>
                        <a:off x="2237422" y="5534405"/>
                        <a:ext cx="374141" cy="5286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74141" h="52864" extrusionOk="0">
                            <a:moveTo>
                              <a:pt x="374142" y="2381"/>
                            </a:moveTo>
                            <a:lnTo>
                              <a:pt x="374142" y="37815"/>
                            </a:lnTo>
                            <a:cubicBezTo>
                              <a:pt x="374142" y="46101"/>
                              <a:pt x="367475" y="52864"/>
                              <a:pt x="359188" y="52864"/>
                            </a:cubicBezTo>
                            <a:lnTo>
                              <a:pt x="2286" y="52864"/>
                            </a:lnTo>
                            <a:cubicBezTo>
                              <a:pt x="1619" y="52864"/>
                              <a:pt x="857" y="52864"/>
                              <a:pt x="191" y="52674"/>
                            </a:cubicBezTo>
                            <a:cubicBezTo>
                              <a:pt x="95" y="52007"/>
                              <a:pt x="0" y="51245"/>
                              <a:pt x="0" y="50578"/>
                            </a:cubicBezTo>
                            <a:lnTo>
                              <a:pt x="0" y="15050"/>
                            </a:lnTo>
                            <a:cubicBezTo>
                              <a:pt x="0" y="6763"/>
                              <a:pt x="6668" y="0"/>
                              <a:pt x="14954" y="0"/>
                            </a:cubicBezTo>
                            <a:lnTo>
                              <a:pt x="371856" y="0"/>
                            </a:lnTo>
                            <a:cubicBezTo>
                              <a:pt x="372523" y="0"/>
                              <a:pt x="373285" y="0"/>
                              <a:pt x="373952" y="191"/>
                            </a:cubicBezTo>
                            <a:cubicBezTo>
                              <a:pt x="374047" y="858"/>
                              <a:pt x="374142" y="1620"/>
                              <a:pt x="374142" y="238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grpSp>
                  <p:nvGrpSpPr>
                    <p:cNvPr id="917" name="Google Shape;917;p28"/>
                    <p:cNvGrpSpPr/>
                    <p:nvPr/>
                  </p:nvGrpSpPr>
                  <p:grpSpPr>
                    <a:xfrm>
                      <a:off x="2224754" y="5613368"/>
                      <a:ext cx="386905" cy="65532"/>
                      <a:chOff x="2224754" y="5613368"/>
                      <a:chExt cx="386905" cy="65532"/>
                    </a:xfrm>
                  </p:grpSpPr>
                  <p:sp>
                    <p:nvSpPr>
                      <p:cNvPr id="918" name="Google Shape;918;p28"/>
                      <p:cNvSpPr/>
                      <p:nvPr/>
                    </p:nvSpPr>
                    <p:spPr>
                      <a:xfrm>
                        <a:off x="2224754" y="5613368"/>
                        <a:ext cx="386905" cy="655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86905" h="65532" extrusionOk="0">
                            <a:moveTo>
                              <a:pt x="386810" y="15049"/>
                            </a:moveTo>
                            <a:lnTo>
                              <a:pt x="386810" y="50482"/>
                            </a:lnTo>
                            <a:cubicBezTo>
                              <a:pt x="386810" y="58769"/>
                              <a:pt x="380143" y="65532"/>
                              <a:pt x="371856" y="65532"/>
                            </a:cubicBezTo>
                            <a:lnTo>
                              <a:pt x="14954" y="65532"/>
                            </a:lnTo>
                            <a:cubicBezTo>
                              <a:pt x="14288" y="65532"/>
                              <a:pt x="13525" y="65532"/>
                              <a:pt x="12859" y="65341"/>
                            </a:cubicBezTo>
                            <a:cubicBezTo>
                              <a:pt x="5524" y="64294"/>
                              <a:pt x="0" y="58102"/>
                              <a:pt x="0" y="50482"/>
                            </a:cubicBezTo>
                            <a:lnTo>
                              <a:pt x="0" y="15049"/>
                            </a:lnTo>
                            <a:cubicBezTo>
                              <a:pt x="0" y="6762"/>
                              <a:pt x="6667" y="0"/>
                              <a:pt x="15049" y="0"/>
                            </a:cubicBezTo>
                            <a:lnTo>
                              <a:pt x="371951" y="0"/>
                            </a:lnTo>
                            <a:cubicBezTo>
                              <a:pt x="379476" y="0"/>
                              <a:pt x="385667" y="5619"/>
                              <a:pt x="386715" y="12859"/>
                            </a:cubicBezTo>
                            <a:cubicBezTo>
                              <a:pt x="386810" y="13525"/>
                              <a:pt x="386905" y="14288"/>
                              <a:pt x="386905" y="15049"/>
                            </a:cubicBezTo>
                            <a:close/>
                          </a:path>
                        </a:pathLst>
                      </a:custGeom>
                      <a:solidFill>
                        <a:schemeClr val="dk2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919" name="Google Shape;919;p28"/>
                      <p:cNvSpPr/>
                      <p:nvPr/>
                    </p:nvSpPr>
                    <p:spPr>
                      <a:xfrm>
                        <a:off x="2237422" y="5626036"/>
                        <a:ext cx="374141" cy="5286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74141" h="52864" extrusionOk="0">
                            <a:moveTo>
                              <a:pt x="374142" y="2381"/>
                            </a:moveTo>
                            <a:lnTo>
                              <a:pt x="374142" y="37815"/>
                            </a:lnTo>
                            <a:cubicBezTo>
                              <a:pt x="374142" y="46101"/>
                              <a:pt x="367475" y="52864"/>
                              <a:pt x="359188" y="52864"/>
                            </a:cubicBezTo>
                            <a:lnTo>
                              <a:pt x="2286" y="52864"/>
                            </a:lnTo>
                            <a:cubicBezTo>
                              <a:pt x="1619" y="52864"/>
                              <a:pt x="857" y="52864"/>
                              <a:pt x="191" y="52674"/>
                            </a:cubicBezTo>
                            <a:cubicBezTo>
                              <a:pt x="95" y="52007"/>
                              <a:pt x="0" y="51245"/>
                              <a:pt x="0" y="50578"/>
                            </a:cubicBezTo>
                            <a:lnTo>
                              <a:pt x="0" y="15050"/>
                            </a:lnTo>
                            <a:cubicBezTo>
                              <a:pt x="0" y="6763"/>
                              <a:pt x="6668" y="0"/>
                              <a:pt x="14954" y="0"/>
                            </a:cubicBezTo>
                            <a:lnTo>
                              <a:pt x="371856" y="0"/>
                            </a:lnTo>
                            <a:cubicBezTo>
                              <a:pt x="372523" y="0"/>
                              <a:pt x="373285" y="0"/>
                              <a:pt x="373952" y="191"/>
                            </a:cubicBezTo>
                            <a:cubicBezTo>
                              <a:pt x="374047" y="858"/>
                              <a:pt x="374142" y="1620"/>
                              <a:pt x="374142" y="238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920" name="Google Shape;920;p28"/>
                  <p:cNvGrpSpPr/>
                  <p:nvPr/>
                </p:nvGrpSpPr>
                <p:grpSpPr>
                  <a:xfrm>
                    <a:off x="2336863" y="5554217"/>
                    <a:ext cx="177355" cy="15050"/>
                    <a:chOff x="2336863" y="5554217"/>
                    <a:chExt cx="177355" cy="15050"/>
                  </a:xfrm>
                </p:grpSpPr>
                <p:sp>
                  <p:nvSpPr>
                    <p:cNvPr id="921" name="Google Shape;921;p28"/>
                    <p:cNvSpPr/>
                    <p:nvPr/>
                  </p:nvSpPr>
                  <p:spPr>
                    <a:xfrm>
                      <a:off x="2336863" y="555421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4"/>
                          </a:moveTo>
                          <a:cubicBezTo>
                            <a:pt x="15049" y="11680"/>
                            <a:pt x="11681" y="15049"/>
                            <a:pt x="7525" y="15049"/>
                          </a:cubicBezTo>
                          <a:cubicBezTo>
                            <a:pt x="3369" y="15049"/>
                            <a:pt x="0" y="11680"/>
                            <a:pt x="0" y="7524"/>
                          </a:cubicBezTo>
                          <a:cubicBezTo>
                            <a:pt x="0" y="3369"/>
                            <a:pt x="3369" y="0"/>
                            <a:pt x="7525" y="0"/>
                          </a:cubicBezTo>
                          <a:cubicBezTo>
                            <a:pt x="11681" y="0"/>
                            <a:pt x="15049" y="3369"/>
                            <a:pt x="15049" y="752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2" name="Google Shape;922;p28"/>
                    <p:cNvSpPr/>
                    <p:nvPr/>
                  </p:nvSpPr>
                  <p:spPr>
                    <a:xfrm>
                      <a:off x="2377440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5"/>
                          </a:moveTo>
                          <a:cubicBezTo>
                            <a:pt x="15049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49" y="3334"/>
                            <a:pt x="15049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3" name="Google Shape;923;p28"/>
                    <p:cNvSpPr/>
                    <p:nvPr/>
                  </p:nvSpPr>
                  <p:spPr>
                    <a:xfrm>
                      <a:off x="2418016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4" name="Google Shape;924;p28"/>
                    <p:cNvSpPr/>
                    <p:nvPr/>
                  </p:nvSpPr>
                  <p:spPr>
                    <a:xfrm>
                      <a:off x="2458593" y="555421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4"/>
                          </a:moveTo>
                          <a:cubicBezTo>
                            <a:pt x="15049" y="11680"/>
                            <a:pt x="11680" y="15049"/>
                            <a:pt x="7525" y="15049"/>
                          </a:cubicBezTo>
                          <a:cubicBezTo>
                            <a:pt x="3369" y="15049"/>
                            <a:pt x="0" y="11680"/>
                            <a:pt x="0" y="7524"/>
                          </a:cubicBezTo>
                          <a:cubicBezTo>
                            <a:pt x="0" y="3369"/>
                            <a:pt x="3369" y="0"/>
                            <a:pt x="7525" y="0"/>
                          </a:cubicBezTo>
                          <a:cubicBezTo>
                            <a:pt x="11681" y="0"/>
                            <a:pt x="15049" y="3369"/>
                            <a:pt x="15049" y="752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5" name="Google Shape;925;p28"/>
                    <p:cNvSpPr/>
                    <p:nvPr/>
                  </p:nvSpPr>
                  <p:spPr>
                    <a:xfrm>
                      <a:off x="2499169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926" name="Google Shape;926;p28"/>
                  <p:cNvGrpSpPr/>
                  <p:nvPr/>
                </p:nvGrpSpPr>
                <p:grpSpPr>
                  <a:xfrm>
                    <a:off x="2336863" y="5641848"/>
                    <a:ext cx="177355" cy="15049"/>
                    <a:chOff x="2336863" y="5641848"/>
                    <a:chExt cx="177355" cy="15049"/>
                  </a:xfrm>
                </p:grpSpPr>
                <p:sp>
                  <p:nvSpPr>
                    <p:cNvPr id="927" name="Google Shape;927;p28"/>
                    <p:cNvSpPr/>
                    <p:nvPr/>
                  </p:nvSpPr>
                  <p:spPr>
                    <a:xfrm>
                      <a:off x="2336863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8" name="Google Shape;928;p28"/>
                    <p:cNvSpPr/>
                    <p:nvPr/>
                  </p:nvSpPr>
                  <p:spPr>
                    <a:xfrm>
                      <a:off x="2377440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5"/>
                          </a:moveTo>
                          <a:cubicBezTo>
                            <a:pt x="15049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49" y="3334"/>
                            <a:pt x="15049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9" name="Google Shape;929;p28"/>
                    <p:cNvSpPr/>
                    <p:nvPr/>
                  </p:nvSpPr>
                  <p:spPr>
                    <a:xfrm>
                      <a:off x="2418016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30" name="Google Shape;930;p28"/>
                    <p:cNvSpPr/>
                    <p:nvPr/>
                  </p:nvSpPr>
                  <p:spPr>
                    <a:xfrm>
                      <a:off x="2458592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31" name="Google Shape;931;p28"/>
                    <p:cNvSpPr/>
                    <p:nvPr/>
                  </p:nvSpPr>
                  <p:spPr>
                    <a:xfrm>
                      <a:off x="2499169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932" name="Google Shape;932;p28"/>
                <p:cNvGrpSpPr/>
                <p:nvPr/>
              </p:nvGrpSpPr>
              <p:grpSpPr>
                <a:xfrm>
                  <a:off x="1161625" y="3903897"/>
                  <a:ext cx="215413" cy="215333"/>
                  <a:chOff x="2288857" y="5187981"/>
                  <a:chExt cx="258413" cy="258317"/>
                </a:xfrm>
              </p:grpSpPr>
              <p:sp>
                <p:nvSpPr>
                  <p:cNvPr id="933" name="Google Shape;933;p28"/>
                  <p:cNvSpPr/>
                  <p:nvPr/>
                </p:nvSpPr>
                <p:spPr>
                  <a:xfrm>
                    <a:off x="2288857" y="5187981"/>
                    <a:ext cx="258413" cy="2583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8413" h="258317" extrusionOk="0">
                        <a:moveTo>
                          <a:pt x="258413" y="129159"/>
                        </a:moveTo>
                        <a:cubicBezTo>
                          <a:pt x="258413" y="159544"/>
                          <a:pt x="247936" y="187452"/>
                          <a:pt x="230410" y="209454"/>
                        </a:cubicBezTo>
                        <a:cubicBezTo>
                          <a:pt x="206692" y="239268"/>
                          <a:pt x="170212" y="258318"/>
                          <a:pt x="129159" y="258318"/>
                        </a:cubicBezTo>
                        <a:cubicBezTo>
                          <a:pt x="88106" y="258318"/>
                          <a:pt x="51625" y="239268"/>
                          <a:pt x="28004" y="209454"/>
                        </a:cubicBezTo>
                        <a:cubicBezTo>
                          <a:pt x="27337" y="208597"/>
                          <a:pt x="26670" y="207740"/>
                          <a:pt x="26003" y="206788"/>
                        </a:cubicBezTo>
                        <a:cubicBezTo>
                          <a:pt x="9716" y="185166"/>
                          <a:pt x="0" y="158305"/>
                          <a:pt x="0" y="129159"/>
                        </a:cubicBezTo>
                        <a:cubicBezTo>
                          <a:pt x="0" y="57817"/>
                          <a:pt x="57817" y="0"/>
                          <a:pt x="129159" y="0"/>
                        </a:cubicBezTo>
                        <a:cubicBezTo>
                          <a:pt x="176784" y="0"/>
                          <a:pt x="218313" y="25717"/>
                          <a:pt x="240697" y="64008"/>
                        </a:cubicBezTo>
                        <a:cubicBezTo>
                          <a:pt x="251936" y="83153"/>
                          <a:pt x="258318" y="105442"/>
                          <a:pt x="258318" y="129159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4" name="Google Shape;934;p28"/>
                  <p:cNvSpPr/>
                  <p:nvPr/>
                </p:nvSpPr>
                <p:spPr>
                  <a:xfrm>
                    <a:off x="2316956" y="5234082"/>
                    <a:ext cx="202501" cy="2122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2501" h="212216" extrusionOk="0">
                        <a:moveTo>
                          <a:pt x="202406" y="163353"/>
                        </a:moveTo>
                        <a:cubicBezTo>
                          <a:pt x="178689" y="193167"/>
                          <a:pt x="142208" y="212217"/>
                          <a:pt x="101155" y="212217"/>
                        </a:cubicBezTo>
                        <a:cubicBezTo>
                          <a:pt x="60103" y="212217"/>
                          <a:pt x="23622" y="193167"/>
                          <a:pt x="0" y="163353"/>
                        </a:cubicBezTo>
                        <a:cubicBezTo>
                          <a:pt x="9525" y="122682"/>
                          <a:pt x="42958" y="91249"/>
                          <a:pt x="84677" y="84582"/>
                        </a:cubicBezTo>
                        <a:cubicBezTo>
                          <a:pt x="68675" y="78010"/>
                          <a:pt x="57341" y="62293"/>
                          <a:pt x="57341" y="43910"/>
                        </a:cubicBezTo>
                        <a:cubicBezTo>
                          <a:pt x="57341" y="19717"/>
                          <a:pt x="76962" y="0"/>
                          <a:pt x="101251" y="0"/>
                        </a:cubicBezTo>
                        <a:cubicBezTo>
                          <a:pt x="125539" y="0"/>
                          <a:pt x="145161" y="19717"/>
                          <a:pt x="145161" y="43910"/>
                        </a:cubicBezTo>
                        <a:cubicBezTo>
                          <a:pt x="145161" y="62293"/>
                          <a:pt x="133826" y="78010"/>
                          <a:pt x="117824" y="84582"/>
                        </a:cubicBezTo>
                        <a:cubicBezTo>
                          <a:pt x="159544" y="91249"/>
                          <a:pt x="192976" y="122682"/>
                          <a:pt x="202501" y="163353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935" name="Google Shape;935;p28"/>
              <p:cNvSpPr/>
              <p:nvPr/>
            </p:nvSpPr>
            <p:spPr>
              <a:xfrm>
                <a:off x="5401558" y="4012919"/>
                <a:ext cx="172878" cy="28080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25527" extrusionOk="0">
                    <a:moveTo>
                      <a:pt x="144399" y="25527"/>
                    </a:moveTo>
                    <a:lnTo>
                      <a:pt x="12764" y="25527"/>
                    </a:lnTo>
                    <a:cubicBezTo>
                      <a:pt x="5715" y="25527"/>
                      <a:pt x="0" y="19812"/>
                      <a:pt x="0" y="12764"/>
                    </a:cubicBezTo>
                    <a:lnTo>
                      <a:pt x="0" y="12764"/>
                    </a:lnTo>
                    <a:cubicBezTo>
                      <a:pt x="0" y="5715"/>
                      <a:pt x="5715" y="0"/>
                      <a:pt x="12764" y="0"/>
                    </a:cubicBezTo>
                    <a:lnTo>
                      <a:pt x="144399" y="0"/>
                    </a:lnTo>
                    <a:cubicBezTo>
                      <a:pt x="151448" y="0"/>
                      <a:pt x="157163" y="5715"/>
                      <a:pt x="157163" y="12764"/>
                    </a:cubicBezTo>
                    <a:lnTo>
                      <a:pt x="157163" y="12764"/>
                    </a:lnTo>
                    <a:cubicBezTo>
                      <a:pt x="157163" y="19812"/>
                      <a:pt x="151448" y="25527"/>
                      <a:pt x="144399" y="2552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31"/>
          <p:cNvSpPr/>
          <p:nvPr/>
        </p:nvSpPr>
        <p:spPr>
          <a:xfrm rot="4500170">
            <a:off x="4600402" y="7400"/>
            <a:ext cx="5575737" cy="4867271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7" name="Google Shape;967;p31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3238964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/>
              <a:t>OBIETTIVO DEL PROGETTO</a:t>
            </a:r>
            <a:endParaRPr dirty="0"/>
          </a:p>
        </p:txBody>
      </p:sp>
      <p:sp>
        <p:nvSpPr>
          <p:cNvPr id="968" name="Google Shape;968;p31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it-IT" dirty="0"/>
              <a:t>Realizzare il gioco Campo Minato in JavaScript senza usare librerie esterne.</a:t>
            </a:r>
          </a:p>
          <a:p>
            <a:pPr marL="0" lvl="0" indent="0">
              <a:buNone/>
            </a:pPr>
            <a:endParaRPr lang="it-IT" dirty="0"/>
          </a:p>
          <a:p>
            <a:pPr marL="0" lvl="0" indent="0">
              <a:buNone/>
            </a:pPr>
            <a:r>
              <a:rPr lang="it-IT" dirty="0"/>
              <a:t>Confrontare due metodi di sviluppo:</a:t>
            </a:r>
          </a:p>
          <a:p>
            <a:pPr marL="171450" lvl="0" indent="-171450">
              <a:buFont typeface="Courier New" panose="02070309020205020404" pitchFamily="49" charset="0"/>
              <a:buChar char="o"/>
            </a:pPr>
            <a:r>
              <a:rPr lang="it-IT" dirty="0"/>
              <a:t>Sviluppo manuale</a:t>
            </a:r>
          </a:p>
          <a:p>
            <a:pPr marL="171450" lvl="0" indent="-171450">
              <a:buFont typeface="Courier New" panose="02070309020205020404" pitchFamily="49" charset="0"/>
              <a:buChar char="o"/>
            </a:pPr>
            <a:r>
              <a:rPr lang="it-IT" dirty="0"/>
              <a:t>Sviluppo con supporto di Intelligenza Artificiale</a:t>
            </a:r>
            <a:endParaRPr lang="it-IT" sz="1100" dirty="0"/>
          </a:p>
        </p:txBody>
      </p:sp>
      <p:pic>
        <p:nvPicPr>
          <p:cNvPr id="969" name="Google Shape;969;p3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9432" r="37002" b="10007"/>
          <a:stretch/>
        </p:blipFill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</p:spPr>
      </p:pic>
      <p:grpSp>
        <p:nvGrpSpPr>
          <p:cNvPr id="970" name="Google Shape;970;p31"/>
          <p:cNvGrpSpPr/>
          <p:nvPr/>
        </p:nvGrpSpPr>
        <p:grpSpPr>
          <a:xfrm>
            <a:off x="7875610" y="386631"/>
            <a:ext cx="997823" cy="1575369"/>
            <a:chOff x="7230903" y="4040695"/>
            <a:chExt cx="708279" cy="1118235"/>
          </a:xfrm>
        </p:grpSpPr>
        <p:grpSp>
          <p:nvGrpSpPr>
            <p:cNvPr id="971" name="Google Shape;971;p31"/>
            <p:cNvGrpSpPr/>
            <p:nvPr/>
          </p:nvGrpSpPr>
          <p:grpSpPr>
            <a:xfrm>
              <a:off x="7230903" y="4040695"/>
              <a:ext cx="652843" cy="225742"/>
              <a:chOff x="7230903" y="4040695"/>
              <a:chExt cx="652843" cy="225742"/>
            </a:xfrm>
          </p:grpSpPr>
          <p:sp>
            <p:nvSpPr>
              <p:cNvPr id="972" name="Google Shape;972;p31"/>
              <p:cNvSpPr/>
              <p:nvPr/>
            </p:nvSpPr>
            <p:spPr>
              <a:xfrm>
                <a:off x="7230903" y="4040695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3" name="Google Shape;973;p31"/>
              <p:cNvSpPr/>
              <p:nvPr/>
            </p:nvSpPr>
            <p:spPr>
              <a:xfrm>
                <a:off x="7287577" y="4077081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74" name="Google Shape;974;p31"/>
              <p:cNvGrpSpPr/>
              <p:nvPr/>
            </p:nvGrpSpPr>
            <p:grpSpPr>
              <a:xfrm>
                <a:off x="7487126" y="4081367"/>
                <a:ext cx="332041" cy="142684"/>
                <a:chOff x="7487126" y="4081367"/>
                <a:chExt cx="332041" cy="142684"/>
              </a:xfrm>
            </p:grpSpPr>
            <p:sp>
              <p:nvSpPr>
                <p:cNvPr id="975" name="Google Shape;975;p31"/>
                <p:cNvSpPr/>
                <p:nvPr/>
              </p:nvSpPr>
              <p:spPr>
                <a:xfrm>
                  <a:off x="7487126" y="4081367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76" name="Google Shape;976;p31"/>
                <p:cNvSpPr/>
                <p:nvPr/>
              </p:nvSpPr>
              <p:spPr>
                <a:xfrm>
                  <a:off x="7487126" y="4122134"/>
                  <a:ext cx="280320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320" h="20383" extrusionOk="0">
                      <a:moveTo>
                        <a:pt x="0" y="0"/>
                      </a:moveTo>
                      <a:lnTo>
                        <a:pt x="280321" y="0"/>
                      </a:lnTo>
                      <a:lnTo>
                        <a:pt x="28032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77" name="Google Shape;977;p31"/>
                <p:cNvSpPr/>
                <p:nvPr/>
              </p:nvSpPr>
              <p:spPr>
                <a:xfrm>
                  <a:off x="7487126" y="4162901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78" name="Google Shape;978;p31"/>
                <p:cNvSpPr/>
                <p:nvPr/>
              </p:nvSpPr>
              <p:spPr>
                <a:xfrm>
                  <a:off x="7487126" y="4203668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979" name="Google Shape;979;p31"/>
            <p:cNvGrpSpPr/>
            <p:nvPr/>
          </p:nvGrpSpPr>
          <p:grpSpPr>
            <a:xfrm>
              <a:off x="7230903" y="4338161"/>
              <a:ext cx="652843" cy="225742"/>
              <a:chOff x="7230903" y="4338161"/>
              <a:chExt cx="652843" cy="225742"/>
            </a:xfrm>
          </p:grpSpPr>
          <p:sp>
            <p:nvSpPr>
              <p:cNvPr id="980" name="Google Shape;980;p31"/>
              <p:cNvSpPr/>
              <p:nvPr/>
            </p:nvSpPr>
            <p:spPr>
              <a:xfrm>
                <a:off x="7230903" y="4338161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4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4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81" name="Google Shape;981;p31"/>
              <p:cNvSpPr/>
              <p:nvPr/>
            </p:nvSpPr>
            <p:spPr>
              <a:xfrm>
                <a:off x="7287577" y="4374737"/>
                <a:ext cx="151161" cy="151066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066" extrusionOk="0">
                    <a:moveTo>
                      <a:pt x="75534" y="151066"/>
                    </a:moveTo>
                    <a:lnTo>
                      <a:pt x="75534" y="151066"/>
                    </a:lnTo>
                    <a:cubicBezTo>
                      <a:pt x="33814" y="151066"/>
                      <a:pt x="0" y="117253"/>
                      <a:pt x="0" y="75533"/>
                    </a:cubicBezTo>
                    <a:lnTo>
                      <a:pt x="0" y="75533"/>
                    </a:lnTo>
                    <a:cubicBezTo>
                      <a:pt x="0" y="33814"/>
                      <a:pt x="33814" y="0"/>
                      <a:pt x="75534" y="0"/>
                    </a:cubicBezTo>
                    <a:lnTo>
                      <a:pt x="75534" y="0"/>
                    </a:lnTo>
                    <a:cubicBezTo>
                      <a:pt x="117253" y="0"/>
                      <a:pt x="151162" y="33814"/>
                      <a:pt x="151162" y="75533"/>
                    </a:cubicBezTo>
                    <a:lnTo>
                      <a:pt x="151162" y="75533"/>
                    </a:lnTo>
                    <a:cubicBezTo>
                      <a:pt x="151162" y="117253"/>
                      <a:pt x="117348" y="151066"/>
                      <a:pt x="75534" y="151066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82" name="Google Shape;982;p31"/>
              <p:cNvGrpSpPr/>
              <p:nvPr/>
            </p:nvGrpSpPr>
            <p:grpSpPr>
              <a:xfrm>
                <a:off x="7487126" y="4378833"/>
                <a:ext cx="332041" cy="142684"/>
                <a:chOff x="7487126" y="4378833"/>
                <a:chExt cx="332041" cy="142684"/>
              </a:xfrm>
            </p:grpSpPr>
            <p:sp>
              <p:nvSpPr>
                <p:cNvPr id="983" name="Google Shape;983;p31"/>
                <p:cNvSpPr/>
                <p:nvPr/>
              </p:nvSpPr>
              <p:spPr>
                <a:xfrm>
                  <a:off x="7525512" y="4378833"/>
                  <a:ext cx="29365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3655" h="20383" extrusionOk="0">
                      <a:moveTo>
                        <a:pt x="0" y="0"/>
                      </a:moveTo>
                      <a:lnTo>
                        <a:pt x="293656" y="0"/>
                      </a:lnTo>
                      <a:lnTo>
                        <a:pt x="293656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4" name="Google Shape;984;p31"/>
                <p:cNvSpPr/>
                <p:nvPr/>
              </p:nvSpPr>
              <p:spPr>
                <a:xfrm>
                  <a:off x="7487126" y="4419600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5" name="Google Shape;985;p31"/>
                <p:cNvSpPr/>
                <p:nvPr/>
              </p:nvSpPr>
              <p:spPr>
                <a:xfrm>
                  <a:off x="7563802" y="4460367"/>
                  <a:ext cx="25536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5365" h="20383" extrusionOk="0">
                      <a:moveTo>
                        <a:pt x="0" y="0"/>
                      </a:moveTo>
                      <a:lnTo>
                        <a:pt x="255365" y="0"/>
                      </a:lnTo>
                      <a:lnTo>
                        <a:pt x="25536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6" name="Google Shape;986;p31"/>
                <p:cNvSpPr/>
                <p:nvPr/>
              </p:nvSpPr>
              <p:spPr>
                <a:xfrm>
                  <a:off x="7487126" y="4501134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987" name="Google Shape;987;p31"/>
            <p:cNvSpPr/>
            <p:nvPr/>
          </p:nvSpPr>
          <p:spPr>
            <a:xfrm>
              <a:off x="7338250" y="4420804"/>
              <a:ext cx="50734" cy="60632"/>
            </a:xfrm>
            <a:custGeom>
              <a:avLst/>
              <a:gdLst/>
              <a:ahLst/>
              <a:cxnLst/>
              <a:rect l="l" t="t" r="r" b="b"/>
              <a:pathLst>
                <a:path w="50734" h="60632" extrusionOk="0">
                  <a:moveTo>
                    <a:pt x="0" y="4892"/>
                  </a:moveTo>
                  <a:lnTo>
                    <a:pt x="0" y="55851"/>
                  </a:lnTo>
                  <a:cubicBezTo>
                    <a:pt x="0" y="59566"/>
                    <a:pt x="4001" y="61851"/>
                    <a:pt x="7239" y="59947"/>
                  </a:cubicBezTo>
                  <a:lnTo>
                    <a:pt x="48387" y="35562"/>
                  </a:lnTo>
                  <a:cubicBezTo>
                    <a:pt x="51435" y="33753"/>
                    <a:pt x="51531" y="29371"/>
                    <a:pt x="48578" y="27371"/>
                  </a:cubicBezTo>
                  <a:lnTo>
                    <a:pt x="7430" y="796"/>
                  </a:lnTo>
                  <a:cubicBezTo>
                    <a:pt x="4191" y="-1299"/>
                    <a:pt x="0" y="987"/>
                    <a:pt x="0" y="4797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988" name="Google Shape;988;p31"/>
            <p:cNvGrpSpPr/>
            <p:nvPr/>
          </p:nvGrpSpPr>
          <p:grpSpPr>
            <a:xfrm>
              <a:off x="7230903" y="4635722"/>
              <a:ext cx="652843" cy="225742"/>
              <a:chOff x="7230903" y="4635722"/>
              <a:chExt cx="652843" cy="225742"/>
            </a:xfrm>
          </p:grpSpPr>
          <p:sp>
            <p:nvSpPr>
              <p:cNvPr id="989" name="Google Shape;989;p31"/>
              <p:cNvSpPr/>
              <p:nvPr/>
            </p:nvSpPr>
            <p:spPr>
              <a:xfrm>
                <a:off x="7230903" y="4635722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90" name="Google Shape;990;p31"/>
              <p:cNvSpPr/>
              <p:nvPr/>
            </p:nvSpPr>
            <p:spPr>
              <a:xfrm>
                <a:off x="7287577" y="4672107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91" name="Google Shape;991;p31"/>
              <p:cNvGrpSpPr/>
              <p:nvPr/>
            </p:nvGrpSpPr>
            <p:grpSpPr>
              <a:xfrm>
                <a:off x="7487126" y="4676394"/>
                <a:ext cx="332041" cy="142684"/>
                <a:chOff x="7487126" y="4676394"/>
                <a:chExt cx="332041" cy="142684"/>
              </a:xfrm>
            </p:grpSpPr>
            <p:sp>
              <p:nvSpPr>
                <p:cNvPr id="992" name="Google Shape;992;p31"/>
                <p:cNvSpPr/>
                <p:nvPr/>
              </p:nvSpPr>
              <p:spPr>
                <a:xfrm>
                  <a:off x="7487126" y="4676394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3" name="Google Shape;993;p31"/>
                <p:cNvSpPr/>
                <p:nvPr/>
              </p:nvSpPr>
              <p:spPr>
                <a:xfrm>
                  <a:off x="7487126" y="4717161"/>
                  <a:ext cx="29032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322" h="20383" extrusionOk="0">
                      <a:moveTo>
                        <a:pt x="0" y="0"/>
                      </a:moveTo>
                      <a:lnTo>
                        <a:pt x="290322" y="0"/>
                      </a:lnTo>
                      <a:lnTo>
                        <a:pt x="29032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4" name="Google Shape;994;p31"/>
                <p:cNvSpPr/>
                <p:nvPr/>
              </p:nvSpPr>
              <p:spPr>
                <a:xfrm>
                  <a:off x="7487126" y="4757928"/>
                  <a:ext cx="30394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942" h="20383" extrusionOk="0">
                      <a:moveTo>
                        <a:pt x="0" y="0"/>
                      </a:moveTo>
                      <a:lnTo>
                        <a:pt x="303942" y="0"/>
                      </a:lnTo>
                      <a:lnTo>
                        <a:pt x="30394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5" name="Google Shape;995;p31"/>
                <p:cNvSpPr/>
                <p:nvPr/>
              </p:nvSpPr>
              <p:spPr>
                <a:xfrm>
                  <a:off x="7487126" y="4798695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996" name="Google Shape;996;p31"/>
            <p:cNvGrpSpPr/>
            <p:nvPr/>
          </p:nvGrpSpPr>
          <p:grpSpPr>
            <a:xfrm>
              <a:off x="7230903" y="4933188"/>
              <a:ext cx="652843" cy="225742"/>
              <a:chOff x="7230903" y="4933188"/>
              <a:chExt cx="652843" cy="225742"/>
            </a:xfrm>
          </p:grpSpPr>
          <p:grpSp>
            <p:nvGrpSpPr>
              <p:cNvPr id="997" name="Google Shape;997;p31"/>
              <p:cNvGrpSpPr/>
              <p:nvPr/>
            </p:nvGrpSpPr>
            <p:grpSpPr>
              <a:xfrm>
                <a:off x="7230903" y="4933188"/>
                <a:ext cx="652843" cy="225742"/>
                <a:chOff x="7230903" y="4933188"/>
                <a:chExt cx="652843" cy="225742"/>
              </a:xfrm>
            </p:grpSpPr>
            <p:sp>
              <p:nvSpPr>
                <p:cNvPr id="998" name="Google Shape;998;p31"/>
                <p:cNvSpPr/>
                <p:nvPr/>
              </p:nvSpPr>
              <p:spPr>
                <a:xfrm>
                  <a:off x="7230903" y="4933188"/>
                  <a:ext cx="652843" cy="225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843" h="225742" extrusionOk="0">
                      <a:moveTo>
                        <a:pt x="619030" y="0"/>
                      </a:moveTo>
                      <a:cubicBezTo>
                        <a:pt x="637705" y="0"/>
                        <a:pt x="652844" y="15139"/>
                        <a:pt x="652844" y="33814"/>
                      </a:cubicBezTo>
                      <a:lnTo>
                        <a:pt x="652844" y="191929"/>
                      </a:lnTo>
                      <a:cubicBezTo>
                        <a:pt x="652844" y="210604"/>
                        <a:pt x="637704" y="225742"/>
                        <a:pt x="619030" y="225742"/>
                      </a:cubicBezTo>
                      <a:lnTo>
                        <a:pt x="33814" y="225742"/>
                      </a:lnTo>
                      <a:cubicBezTo>
                        <a:pt x="15139" y="225742"/>
                        <a:pt x="0" y="210604"/>
                        <a:pt x="0" y="191929"/>
                      </a:cubicBezTo>
                      <a:lnTo>
                        <a:pt x="0" y="33814"/>
                      </a:lnTo>
                      <a:cubicBezTo>
                        <a:pt x="0" y="15139"/>
                        <a:pt x="15139" y="0"/>
                        <a:pt x="33814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9" name="Google Shape;999;p31"/>
                <p:cNvSpPr/>
                <p:nvPr/>
              </p:nvSpPr>
              <p:spPr>
                <a:xfrm>
                  <a:off x="7287577" y="4969668"/>
                  <a:ext cx="151161" cy="15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161" h="151161" extrusionOk="0">
                      <a:moveTo>
                        <a:pt x="75534" y="151162"/>
                      </a:moveTo>
                      <a:lnTo>
                        <a:pt x="75534" y="151162"/>
                      </a:lnTo>
                      <a:cubicBezTo>
                        <a:pt x="33814" y="151162"/>
                        <a:pt x="0" y="117348"/>
                        <a:pt x="0" y="75629"/>
                      </a:cubicBezTo>
                      <a:lnTo>
                        <a:pt x="0" y="75629"/>
                      </a:lnTo>
                      <a:cubicBezTo>
                        <a:pt x="0" y="33909"/>
                        <a:pt x="33814" y="0"/>
                        <a:pt x="75534" y="0"/>
                      </a:cubicBezTo>
                      <a:lnTo>
                        <a:pt x="75534" y="0"/>
                      </a:lnTo>
                      <a:cubicBezTo>
                        <a:pt x="117253" y="0"/>
                        <a:pt x="151162" y="33814"/>
                        <a:pt x="151162" y="75533"/>
                      </a:cubicBezTo>
                      <a:lnTo>
                        <a:pt x="151162" y="75533"/>
                      </a:lnTo>
                      <a:cubicBezTo>
                        <a:pt x="151162" y="117253"/>
                        <a:pt x="117348" y="151162"/>
                        <a:pt x="75534" y="15116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000" name="Google Shape;1000;p31"/>
                <p:cNvGrpSpPr/>
                <p:nvPr/>
              </p:nvGrpSpPr>
              <p:grpSpPr>
                <a:xfrm>
                  <a:off x="7487126" y="4973859"/>
                  <a:ext cx="332041" cy="142684"/>
                  <a:chOff x="7487126" y="4973859"/>
                  <a:chExt cx="332041" cy="142684"/>
                </a:xfrm>
              </p:grpSpPr>
              <p:sp>
                <p:nvSpPr>
                  <p:cNvPr id="1001" name="Google Shape;1001;p31"/>
                  <p:cNvSpPr/>
                  <p:nvPr/>
                </p:nvSpPr>
                <p:spPr>
                  <a:xfrm>
                    <a:off x="7506747" y="4973859"/>
                    <a:ext cx="280034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0034" h="20383" extrusionOk="0">
                        <a:moveTo>
                          <a:pt x="0" y="0"/>
                        </a:moveTo>
                        <a:lnTo>
                          <a:pt x="280035" y="0"/>
                        </a:lnTo>
                        <a:lnTo>
                          <a:pt x="28003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2" name="Google Shape;1002;p31"/>
                  <p:cNvSpPr/>
                  <p:nvPr/>
                </p:nvSpPr>
                <p:spPr>
                  <a:xfrm>
                    <a:off x="7487126" y="5014626"/>
                    <a:ext cx="205073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5073" h="20383" extrusionOk="0">
                        <a:moveTo>
                          <a:pt x="0" y="0"/>
                        </a:moveTo>
                        <a:lnTo>
                          <a:pt x="205073" y="0"/>
                        </a:lnTo>
                        <a:lnTo>
                          <a:pt x="205073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3" name="Google Shape;1003;p31"/>
                  <p:cNvSpPr/>
                  <p:nvPr/>
                </p:nvSpPr>
                <p:spPr>
                  <a:xfrm>
                    <a:off x="7487126" y="5055393"/>
                    <a:ext cx="332041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2041" h="20383" extrusionOk="0">
                        <a:moveTo>
                          <a:pt x="0" y="0"/>
                        </a:moveTo>
                        <a:lnTo>
                          <a:pt x="332041" y="0"/>
                        </a:lnTo>
                        <a:lnTo>
                          <a:pt x="332041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4" name="Google Shape;1004;p31"/>
                  <p:cNvSpPr/>
                  <p:nvPr/>
                </p:nvSpPr>
                <p:spPr>
                  <a:xfrm>
                    <a:off x="7487126" y="5096160"/>
                    <a:ext cx="171545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545" h="20383" extrusionOk="0">
                        <a:moveTo>
                          <a:pt x="0" y="0"/>
                        </a:moveTo>
                        <a:lnTo>
                          <a:pt x="171545" y="0"/>
                        </a:lnTo>
                        <a:lnTo>
                          <a:pt x="17154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005" name="Google Shape;1005;p31"/>
              <p:cNvSpPr/>
              <p:nvPr/>
            </p:nvSpPr>
            <p:spPr>
              <a:xfrm>
                <a:off x="7338250" y="5011639"/>
                <a:ext cx="50734" cy="60632"/>
              </a:xfrm>
              <a:custGeom>
                <a:avLst/>
                <a:gdLst/>
                <a:ahLst/>
                <a:cxnLst/>
                <a:rect l="l" t="t" r="r" b="b"/>
                <a:pathLst>
                  <a:path w="50734" h="60632" extrusionOk="0">
                    <a:moveTo>
                      <a:pt x="0" y="4892"/>
                    </a:moveTo>
                    <a:lnTo>
                      <a:pt x="0" y="55851"/>
                    </a:lnTo>
                    <a:cubicBezTo>
                      <a:pt x="0" y="59566"/>
                      <a:pt x="4001" y="61851"/>
                      <a:pt x="7239" y="59947"/>
                    </a:cubicBezTo>
                    <a:lnTo>
                      <a:pt x="48387" y="35563"/>
                    </a:lnTo>
                    <a:cubicBezTo>
                      <a:pt x="51435" y="33753"/>
                      <a:pt x="51531" y="29371"/>
                      <a:pt x="48578" y="27371"/>
                    </a:cubicBezTo>
                    <a:lnTo>
                      <a:pt x="7430" y="796"/>
                    </a:lnTo>
                    <a:cubicBezTo>
                      <a:pt x="4191" y="-1299"/>
                      <a:pt x="0" y="987"/>
                      <a:pt x="0" y="479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06" name="Google Shape;1006;p31"/>
            <p:cNvGrpSpPr/>
            <p:nvPr/>
          </p:nvGrpSpPr>
          <p:grpSpPr>
            <a:xfrm>
              <a:off x="7816120" y="4307395"/>
              <a:ext cx="123062" cy="63817"/>
              <a:chOff x="7816120" y="4307395"/>
              <a:chExt cx="123062" cy="63817"/>
            </a:xfrm>
          </p:grpSpPr>
          <p:sp>
            <p:nvSpPr>
              <p:cNvPr id="1007" name="Google Shape;1007;p31"/>
              <p:cNvSpPr/>
              <p:nvPr/>
            </p:nvSpPr>
            <p:spPr>
              <a:xfrm>
                <a:off x="7816120" y="4307395"/>
                <a:ext cx="123062" cy="63817"/>
              </a:xfrm>
              <a:custGeom>
                <a:avLst/>
                <a:gdLst/>
                <a:ahLst/>
                <a:cxnLst/>
                <a:rect l="l" t="t" r="r" b="b"/>
                <a:pathLst>
                  <a:path w="123062" h="63817" extrusionOk="0">
                    <a:moveTo>
                      <a:pt x="61531" y="63818"/>
                    </a:moveTo>
                    <a:cubicBezTo>
                      <a:pt x="86963" y="63818"/>
                      <a:pt x="109442" y="51245"/>
                      <a:pt x="123063" y="31909"/>
                    </a:cubicBezTo>
                    <a:cubicBezTo>
                      <a:pt x="109442" y="12573"/>
                      <a:pt x="86963" y="0"/>
                      <a:pt x="61531" y="0"/>
                    </a:cubicBezTo>
                    <a:cubicBezTo>
                      <a:pt x="36100" y="0"/>
                      <a:pt x="13621" y="12573"/>
                      <a:pt x="0" y="31909"/>
                    </a:cubicBezTo>
                    <a:cubicBezTo>
                      <a:pt x="13621" y="51245"/>
                      <a:pt x="36100" y="63818"/>
                      <a:pt x="61531" y="6381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08" name="Google Shape;1008;p31"/>
              <p:cNvSpPr/>
              <p:nvPr/>
            </p:nvSpPr>
            <p:spPr>
              <a:xfrm>
                <a:off x="7858029" y="4319682"/>
                <a:ext cx="39242" cy="39243"/>
              </a:xfrm>
              <a:custGeom>
                <a:avLst/>
                <a:gdLst/>
                <a:ahLst/>
                <a:cxnLst/>
                <a:rect l="l" t="t" r="r" b="b"/>
                <a:pathLst>
                  <a:path w="39242" h="39243" extrusionOk="0">
                    <a:moveTo>
                      <a:pt x="39243" y="19622"/>
                    </a:moveTo>
                    <a:cubicBezTo>
                      <a:pt x="39243" y="30458"/>
                      <a:pt x="30458" y="39243"/>
                      <a:pt x="19621" y="39243"/>
                    </a:cubicBezTo>
                    <a:cubicBezTo>
                      <a:pt x="8785" y="39243"/>
                      <a:pt x="0" y="30458"/>
                      <a:pt x="0" y="19622"/>
                    </a:cubicBezTo>
                    <a:cubicBezTo>
                      <a:pt x="0" y="8785"/>
                      <a:pt x="8785" y="0"/>
                      <a:pt x="19621" y="0"/>
                    </a:cubicBezTo>
                    <a:cubicBezTo>
                      <a:pt x="30458" y="0"/>
                      <a:pt x="39243" y="8785"/>
                      <a:pt x="39243" y="19622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09" name="Google Shape;1009;p31"/>
            <p:cNvGrpSpPr/>
            <p:nvPr/>
          </p:nvGrpSpPr>
          <p:grpSpPr>
            <a:xfrm>
              <a:off x="7816120" y="4892994"/>
              <a:ext cx="123062" cy="79991"/>
              <a:chOff x="7816120" y="4892994"/>
              <a:chExt cx="123062" cy="79991"/>
            </a:xfrm>
          </p:grpSpPr>
          <p:grpSp>
            <p:nvGrpSpPr>
              <p:cNvPr id="1010" name="Google Shape;1010;p31"/>
              <p:cNvGrpSpPr/>
              <p:nvPr/>
            </p:nvGrpSpPr>
            <p:grpSpPr>
              <a:xfrm>
                <a:off x="7816120" y="4902803"/>
                <a:ext cx="123062" cy="63817"/>
                <a:chOff x="7816120" y="4902803"/>
                <a:chExt cx="123062" cy="63817"/>
              </a:xfrm>
            </p:grpSpPr>
            <p:sp>
              <p:nvSpPr>
                <p:cNvPr id="1011" name="Google Shape;1011;p31"/>
                <p:cNvSpPr/>
                <p:nvPr/>
              </p:nvSpPr>
              <p:spPr>
                <a:xfrm>
                  <a:off x="7816120" y="4902803"/>
                  <a:ext cx="123062" cy="63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2" h="63817" extrusionOk="0">
                      <a:moveTo>
                        <a:pt x="61531" y="63817"/>
                      </a:moveTo>
                      <a:cubicBezTo>
                        <a:pt x="86963" y="63817"/>
                        <a:pt x="109442" y="51244"/>
                        <a:pt x="123063" y="31909"/>
                      </a:cubicBezTo>
                      <a:cubicBezTo>
                        <a:pt x="109442" y="12573"/>
                        <a:pt x="86963" y="0"/>
                        <a:pt x="61531" y="0"/>
                      </a:cubicBezTo>
                      <a:cubicBezTo>
                        <a:pt x="36100" y="0"/>
                        <a:pt x="13621" y="12573"/>
                        <a:pt x="0" y="31909"/>
                      </a:cubicBezTo>
                      <a:cubicBezTo>
                        <a:pt x="13621" y="51244"/>
                        <a:pt x="36100" y="63817"/>
                        <a:pt x="61531" y="6381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2" name="Google Shape;1012;p31"/>
                <p:cNvSpPr/>
                <p:nvPr/>
              </p:nvSpPr>
              <p:spPr>
                <a:xfrm>
                  <a:off x="7858029" y="4915090"/>
                  <a:ext cx="39242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2" h="39243" extrusionOk="0">
                      <a:moveTo>
                        <a:pt x="39243" y="19621"/>
                      </a:moveTo>
                      <a:cubicBezTo>
                        <a:pt x="39243" y="30458"/>
                        <a:pt x="30458" y="39243"/>
                        <a:pt x="19621" y="39243"/>
                      </a:cubicBezTo>
                      <a:cubicBezTo>
                        <a:pt x="8785" y="39243"/>
                        <a:pt x="0" y="30458"/>
                        <a:pt x="0" y="19621"/>
                      </a:cubicBezTo>
                      <a:cubicBezTo>
                        <a:pt x="0" y="8785"/>
                        <a:pt x="8785" y="0"/>
                        <a:pt x="19621" y="0"/>
                      </a:cubicBezTo>
                      <a:cubicBezTo>
                        <a:pt x="30458" y="0"/>
                        <a:pt x="39243" y="8785"/>
                        <a:pt x="39243" y="1962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013" name="Google Shape;1013;p31"/>
              <p:cNvSpPr/>
              <p:nvPr/>
            </p:nvSpPr>
            <p:spPr>
              <a:xfrm rot="-2700000">
                <a:off x="7825456" y="4928129"/>
                <a:ext cx="103403" cy="9720"/>
              </a:xfrm>
              <a:custGeom>
                <a:avLst/>
                <a:gdLst/>
                <a:ahLst/>
                <a:cxnLst/>
                <a:rect l="l" t="t" r="r" b="b"/>
                <a:pathLst>
                  <a:path w="103346" h="9715" extrusionOk="0">
                    <a:moveTo>
                      <a:pt x="0" y="0"/>
                    </a:moveTo>
                    <a:lnTo>
                      <a:pt x="103346" y="0"/>
                    </a:lnTo>
                    <a:lnTo>
                      <a:pt x="103346" y="9716"/>
                    </a:lnTo>
                    <a:lnTo>
                      <a:pt x="0" y="971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34"/>
          <p:cNvSpPr txBox="1">
            <a:spLocks noGrp="1"/>
          </p:cNvSpPr>
          <p:nvPr>
            <p:ph type="subTitle" idx="4"/>
          </p:nvPr>
        </p:nvSpPr>
        <p:spPr>
          <a:xfrm>
            <a:off x="4679164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Studente 2</a:t>
            </a:r>
            <a:endParaRPr dirty="0"/>
          </a:p>
        </p:txBody>
      </p:sp>
      <p:sp>
        <p:nvSpPr>
          <p:cNvPr id="1110" name="Google Shape;1110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dirty="0"/>
              <a:t>ORGANIZZAZIONE DEL LAVORO</a:t>
            </a:r>
            <a:br>
              <a:rPr lang="it-IT" dirty="0"/>
            </a:br>
            <a:endParaRPr dirty="0"/>
          </a:p>
        </p:txBody>
      </p:sp>
      <p:sp>
        <p:nvSpPr>
          <p:cNvPr id="1111" name="Google Shape;1111;p34"/>
          <p:cNvSpPr txBox="1">
            <a:spLocks noGrp="1"/>
          </p:cNvSpPr>
          <p:nvPr>
            <p:ph type="subTitle" idx="1"/>
          </p:nvPr>
        </p:nvSpPr>
        <p:spPr>
          <a:xfrm>
            <a:off x="4679150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Sviluppo dello stesso gioco con supporto di un modello di Intelligenza Artificiale per la scrittura di funzioni</a:t>
            </a:r>
            <a:endParaRPr dirty="0"/>
          </a:p>
        </p:txBody>
      </p:sp>
      <p:sp>
        <p:nvSpPr>
          <p:cNvPr id="1112" name="Google Shape;1112;p34"/>
          <p:cNvSpPr txBox="1">
            <a:spLocks noGrp="1"/>
          </p:cNvSpPr>
          <p:nvPr>
            <p:ph type="subTitle" idx="2"/>
          </p:nvPr>
        </p:nvSpPr>
        <p:spPr>
          <a:xfrm>
            <a:off x="1080525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Sviluppo completo del gioco scrivendo tutto il codice a mano, senza utilizzo dell’intelligenza artificiale nemmeno per cercare funzioni o selettori</a:t>
            </a:r>
            <a:br>
              <a:rPr lang="it-IT" dirty="0"/>
            </a:br>
            <a:endParaRPr dirty="0"/>
          </a:p>
        </p:txBody>
      </p:sp>
      <p:sp>
        <p:nvSpPr>
          <p:cNvPr id="1113" name="Google Shape;1113;p34"/>
          <p:cNvSpPr txBox="1">
            <a:spLocks noGrp="1"/>
          </p:cNvSpPr>
          <p:nvPr>
            <p:ph type="subTitle" idx="3"/>
          </p:nvPr>
        </p:nvSpPr>
        <p:spPr>
          <a:xfrm>
            <a:off x="1080536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Studente 1</a:t>
            </a:r>
            <a:endParaRPr dirty="0"/>
          </a:p>
        </p:txBody>
      </p:sp>
      <p:grpSp>
        <p:nvGrpSpPr>
          <p:cNvPr id="1114" name="Google Shape;1114;p34"/>
          <p:cNvGrpSpPr/>
          <p:nvPr/>
        </p:nvGrpSpPr>
        <p:grpSpPr>
          <a:xfrm>
            <a:off x="7658533" y="701383"/>
            <a:ext cx="1187311" cy="624971"/>
            <a:chOff x="3859815" y="2867310"/>
            <a:chExt cx="1262157" cy="664368"/>
          </a:xfrm>
        </p:grpSpPr>
        <p:sp>
          <p:nvSpPr>
            <p:cNvPr id="1115" name="Google Shape;1115;p34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16" name="Google Shape;1116;p34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1117" name="Google Shape;1117;p34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1118" name="Google Shape;1118;p34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1119" name="Google Shape;1119;p34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0" name="Google Shape;1120;p34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1" name="Google Shape;1121;p34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1122" name="Google Shape;1122;p34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3" name="Google Shape;1123;p34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4" name="Google Shape;1124;p34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1125" name="Google Shape;1125;p34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6" name="Google Shape;1126;p34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127" name="Google Shape;1127;p34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8" name="Google Shape;1128;p34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9" name="Google Shape;1129;p34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" name="Google Shape;1135;p35">
            <a:extLst>
              <a:ext uri="{FF2B5EF4-FFF2-40B4-BE49-F238E27FC236}">
                <a16:creationId xmlns:a16="http://schemas.microsoft.com/office/drawing/2014/main" id="{B6CBEB21-FEEE-E280-89B5-120FEE14F019}"/>
              </a:ext>
            </a:extLst>
          </p:cNvPr>
          <p:cNvSpPr txBox="1">
            <a:spLocks/>
          </p:cNvSpPr>
          <p:nvPr/>
        </p:nvSpPr>
        <p:spPr>
          <a:xfrm>
            <a:off x="779675" y="714752"/>
            <a:ext cx="5531005" cy="5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/>
            <a:r>
              <a:rPr lang="it-IT" sz="1400" dirty="0"/>
              <a:t>Ogni gioco è stato sviluppato da una coppia di studenti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>
          <a:extLst>
            <a:ext uri="{FF2B5EF4-FFF2-40B4-BE49-F238E27FC236}">
              <a16:creationId xmlns:a16="http://schemas.microsoft.com/office/drawing/2014/main" id="{07D85E95-AE69-4F8B-4DC2-50A0E9F3F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31">
            <a:extLst>
              <a:ext uri="{FF2B5EF4-FFF2-40B4-BE49-F238E27FC236}">
                <a16:creationId xmlns:a16="http://schemas.microsoft.com/office/drawing/2014/main" id="{9D38C929-52A2-EF03-719D-91F09E7105B6}"/>
              </a:ext>
            </a:extLst>
          </p:cNvPr>
          <p:cNvSpPr/>
          <p:nvPr/>
        </p:nvSpPr>
        <p:spPr>
          <a:xfrm rot="4500170">
            <a:off x="284294" y="15021"/>
            <a:ext cx="5575737" cy="4867271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7" name="Google Shape;967;p31">
            <a:extLst>
              <a:ext uri="{FF2B5EF4-FFF2-40B4-BE49-F238E27FC236}">
                <a16:creationId xmlns:a16="http://schemas.microsoft.com/office/drawing/2014/main" id="{F4133A29-7E50-546E-3794-73E8108A37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10882" y="816958"/>
            <a:ext cx="3997918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/>
              <a:t>METODO 1: SVILUPPO MANUALE</a:t>
            </a:r>
            <a:endParaRPr dirty="0"/>
          </a:p>
        </p:txBody>
      </p:sp>
      <p:sp>
        <p:nvSpPr>
          <p:cNvPr id="968" name="Google Shape;968;p31">
            <a:extLst>
              <a:ext uri="{FF2B5EF4-FFF2-40B4-BE49-F238E27FC236}">
                <a16:creationId xmlns:a16="http://schemas.microsoft.com/office/drawing/2014/main" id="{57DDD59C-C548-44BD-CF3E-9D0224571D5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10882" y="1823758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it-IT" dirty="0"/>
              <a:t>Il gioco è stato progettato e programmato interamente a mano</a:t>
            </a:r>
          </a:p>
          <a:p>
            <a:pPr marL="0" lvl="0" indent="0">
              <a:buNone/>
            </a:pPr>
            <a:endParaRPr lang="it-IT" dirty="0"/>
          </a:p>
          <a:p>
            <a:pPr marL="152400" lvl="0" indent="0">
              <a:buNone/>
            </a:pPr>
            <a:r>
              <a:rPr lang="it-IT" dirty="0"/>
              <a:t>Tutta la logica è stata scritta senza aiuti automatici: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Creazione della griglia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Gestione delle mine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Calcolo dei numeri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Gestione del click e del tasto destro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Controllo vittoria e sconfitta</a:t>
            </a:r>
            <a:br>
              <a:rPr lang="it-IT" dirty="0"/>
            </a:br>
            <a:endParaRPr lang="it-IT" sz="1100" dirty="0"/>
          </a:p>
        </p:txBody>
      </p:sp>
      <p:pic>
        <p:nvPicPr>
          <p:cNvPr id="969" name="Google Shape;969;p31">
            <a:extLst>
              <a:ext uri="{FF2B5EF4-FFF2-40B4-BE49-F238E27FC236}">
                <a16:creationId xmlns:a16="http://schemas.microsoft.com/office/drawing/2014/main" id="{3F698CB9-77A5-C6C4-9469-8026341AB0A5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>
          <a:blip r:embed="rId3">
            <a:alphaModFix/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6732" r="16732"/>
          <a:stretch/>
        </p:blipFill>
        <p:spPr>
          <a:xfrm>
            <a:off x="1324984" y="1071634"/>
            <a:ext cx="2990400" cy="2990400"/>
          </a:xfrm>
          <a:prstGeom prst="roundRect">
            <a:avLst>
              <a:gd name="adj" fmla="val 16667"/>
            </a:avLst>
          </a:prstGeom>
        </p:spPr>
      </p:pic>
    </p:spTree>
    <p:extLst>
      <p:ext uri="{BB962C8B-B14F-4D97-AF65-F5344CB8AC3E}">
        <p14:creationId xmlns:p14="http://schemas.microsoft.com/office/powerpoint/2010/main" val="4043458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>
          <a:extLst>
            <a:ext uri="{FF2B5EF4-FFF2-40B4-BE49-F238E27FC236}">
              <a16:creationId xmlns:a16="http://schemas.microsoft.com/office/drawing/2014/main" id="{D87660C9-934C-9BB2-DCA0-23114A597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31">
            <a:extLst>
              <a:ext uri="{FF2B5EF4-FFF2-40B4-BE49-F238E27FC236}">
                <a16:creationId xmlns:a16="http://schemas.microsoft.com/office/drawing/2014/main" id="{67B80F91-B95A-2DC9-B95B-5E5D3ED6966F}"/>
              </a:ext>
            </a:extLst>
          </p:cNvPr>
          <p:cNvSpPr/>
          <p:nvPr/>
        </p:nvSpPr>
        <p:spPr>
          <a:xfrm rot="4500170">
            <a:off x="3622225" y="138115"/>
            <a:ext cx="5575737" cy="4867271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7" name="Google Shape;967;p31">
            <a:extLst>
              <a:ext uri="{FF2B5EF4-FFF2-40B4-BE49-F238E27FC236}">
                <a16:creationId xmlns:a16="http://schemas.microsoft.com/office/drawing/2014/main" id="{F3E61682-2CC2-322D-6B0D-3C39F52145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85653" y="891300"/>
            <a:ext cx="521107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dirty="0"/>
              <a:t>METODO 2: SVILUPPO CON SUPPORTO DELL’AI</a:t>
            </a:r>
          </a:p>
        </p:txBody>
      </p:sp>
      <p:sp>
        <p:nvSpPr>
          <p:cNvPr id="968" name="Google Shape;968;p31">
            <a:extLst>
              <a:ext uri="{FF2B5EF4-FFF2-40B4-BE49-F238E27FC236}">
                <a16:creationId xmlns:a16="http://schemas.microsoft.com/office/drawing/2014/main" id="{1EE230A1-3EA3-8212-9585-32F84A6DF0A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85653" y="18981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lvl="0" indent="0">
              <a:buNone/>
            </a:pPr>
            <a:r>
              <a:rPr lang="it-IT" dirty="0"/>
              <a:t>Lo studente utilizza l’IA come: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Aiuto per scrivere funzioni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Supporto per correggere errori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Spiegazione di parti di codice difficili</a:t>
            </a:r>
          </a:p>
          <a:p>
            <a:pPr lvl="0">
              <a:buFont typeface="Courier New" panose="02070309020205020404" pitchFamily="49" charset="0"/>
              <a:buChar char="o"/>
            </a:pPr>
            <a:endParaRPr lang="it-IT" dirty="0"/>
          </a:p>
          <a:p>
            <a:pPr lvl="0">
              <a:buFont typeface="Courier New" panose="02070309020205020404" pitchFamily="49" charset="0"/>
              <a:buChar char="o"/>
            </a:pPr>
            <a:endParaRPr lang="it-IT" dirty="0"/>
          </a:p>
          <a:p>
            <a:pPr lvl="0">
              <a:buFont typeface="Courier New" panose="02070309020205020404" pitchFamily="49" charset="0"/>
              <a:buChar char="o"/>
            </a:pPr>
            <a:endParaRPr lang="it-IT" dirty="0"/>
          </a:p>
          <a:p>
            <a:pPr marL="152400" lvl="0" indent="0">
              <a:buNone/>
            </a:pPr>
            <a:r>
              <a:rPr lang="it-IT" dirty="0"/>
              <a:t>Il codice non viene copiato alla cieca, ma capito e adattato</a:t>
            </a:r>
            <a:br>
              <a:rPr lang="it-IT" dirty="0"/>
            </a:br>
            <a:endParaRPr lang="it-IT" sz="1100" dirty="0"/>
          </a:p>
          <a:p>
            <a:pPr marL="152400" lvl="0" indent="0">
              <a:buNone/>
            </a:pPr>
            <a:endParaRPr lang="it-IT" sz="1100" dirty="0"/>
          </a:p>
        </p:txBody>
      </p:sp>
    </p:spTree>
    <p:extLst>
      <p:ext uri="{BB962C8B-B14F-4D97-AF65-F5344CB8AC3E}">
        <p14:creationId xmlns:p14="http://schemas.microsoft.com/office/powerpoint/2010/main" val="3787681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48637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/>
              <a:t>Analisi comparativa dei due progetti</a:t>
            </a:r>
            <a:endParaRPr dirty="0"/>
          </a:p>
        </p:txBody>
      </p:sp>
      <p:sp>
        <p:nvSpPr>
          <p:cNvPr id="1135" name="Google Shape;1135;p35"/>
          <p:cNvSpPr txBox="1">
            <a:spLocks noGrp="1"/>
          </p:cNvSpPr>
          <p:nvPr>
            <p:ph type="subTitle" idx="4"/>
          </p:nvPr>
        </p:nvSpPr>
        <p:spPr>
          <a:xfrm>
            <a:off x="720000" y="871214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it-IT" dirty="0"/>
              <a:t>Progetto AI</a:t>
            </a:r>
            <a:endParaRPr dirty="0"/>
          </a:p>
        </p:txBody>
      </p:sp>
      <p:sp>
        <p:nvSpPr>
          <p:cNvPr id="1137" name="Google Shape;1137;p35"/>
          <p:cNvSpPr txBox="1">
            <a:spLocks noGrp="1"/>
          </p:cNvSpPr>
          <p:nvPr>
            <p:ph type="subTitle" idx="1"/>
          </p:nvPr>
        </p:nvSpPr>
        <p:spPr>
          <a:xfrm>
            <a:off x="430068" y="1635135"/>
            <a:ext cx="2608463" cy="1873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>
                <a:latin typeface="Raleway" pitchFamily="2" charset="0"/>
              </a:rPr>
              <a:t>Struttura dati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Utilizza un array monodimensionale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Ogni cella è un oggetto con proprietà: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Bomba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Scoperta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Bandiera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Approccio più compatto</a:t>
            </a:r>
          </a:p>
        </p:txBody>
      </p:sp>
      <p:sp>
        <p:nvSpPr>
          <p:cNvPr id="10" name="Google Shape;1137;p35">
            <a:extLst>
              <a:ext uri="{FF2B5EF4-FFF2-40B4-BE49-F238E27FC236}">
                <a16:creationId xmlns:a16="http://schemas.microsoft.com/office/drawing/2014/main" id="{7FD295A1-CF97-E43A-82DC-6DA7961D05D3}"/>
              </a:ext>
            </a:extLst>
          </p:cNvPr>
          <p:cNvSpPr txBox="1">
            <a:spLocks/>
          </p:cNvSpPr>
          <p:nvPr/>
        </p:nvSpPr>
        <p:spPr>
          <a:xfrm>
            <a:off x="3267769" y="1635135"/>
            <a:ext cx="2608463" cy="18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it-IT" b="1" dirty="0">
                <a:latin typeface="Raleway" pitchFamily="2" charset="0"/>
              </a:rPr>
              <a:t>Algoritmi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mine: posizionamento casuale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Calcolo del vicinato: funzione dedicata che gestisce automaticamente i bordi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Rivelazione ricorsiva: le celle vuote rivelano automaticamente le adiacenti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Condizione di vittoria: confronto tra celle scoperte e celle totali non-mina</a:t>
            </a:r>
          </a:p>
          <a:p>
            <a:pPr>
              <a:buFont typeface="Courier New" panose="02070309020205020404" pitchFamily="49" charset="0"/>
              <a:buChar char="o"/>
            </a:pPr>
            <a:endParaRPr lang="it-IT" dirty="0"/>
          </a:p>
        </p:txBody>
      </p:sp>
      <p:sp>
        <p:nvSpPr>
          <p:cNvPr id="12" name="Google Shape;1137;p35">
            <a:extLst>
              <a:ext uri="{FF2B5EF4-FFF2-40B4-BE49-F238E27FC236}">
                <a16:creationId xmlns:a16="http://schemas.microsoft.com/office/drawing/2014/main" id="{DE218F39-26A9-81D6-3576-4067FCEE39B6}"/>
              </a:ext>
            </a:extLst>
          </p:cNvPr>
          <p:cNvSpPr txBox="1">
            <a:spLocks/>
          </p:cNvSpPr>
          <p:nvPr/>
        </p:nvSpPr>
        <p:spPr>
          <a:xfrm>
            <a:off x="6105469" y="1634758"/>
            <a:ext cx="2608463" cy="18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it-IT" b="1" dirty="0">
                <a:latin typeface="Raleway" pitchFamily="2" charset="0"/>
              </a:rPr>
              <a:t>UI / UX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Layout realizzato con CSS </a:t>
            </a:r>
            <a:r>
              <a:rPr lang="it-IT" dirty="0" err="1"/>
              <a:t>Grid</a:t>
            </a:r>
            <a:endParaRPr lang="it-IT" dirty="0"/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Overlay finale per vittoria o sconfitta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3 livelli di difficoltà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Uso di emoji Unicode (🚩 💣) per una grafica semplice e immediata</a:t>
            </a:r>
          </a:p>
          <a:p>
            <a:pPr>
              <a:buFont typeface="Courier New" panose="02070309020205020404" pitchFamily="49" charset="0"/>
              <a:buChar char="o"/>
            </a:pPr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>
          <a:extLst>
            <a:ext uri="{FF2B5EF4-FFF2-40B4-BE49-F238E27FC236}">
              <a16:creationId xmlns:a16="http://schemas.microsoft.com/office/drawing/2014/main" id="{EBD50CF6-134E-8126-F6ED-06EE3058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35">
            <a:extLst>
              <a:ext uri="{FF2B5EF4-FFF2-40B4-BE49-F238E27FC236}">
                <a16:creationId xmlns:a16="http://schemas.microsoft.com/office/drawing/2014/main" id="{7D71BE17-334A-19E4-10A5-749B693111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48637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/>
              <a:t>Analisi comparativa dei due progetti</a:t>
            </a:r>
            <a:endParaRPr dirty="0"/>
          </a:p>
        </p:txBody>
      </p:sp>
      <p:sp>
        <p:nvSpPr>
          <p:cNvPr id="1135" name="Google Shape;1135;p35">
            <a:extLst>
              <a:ext uri="{FF2B5EF4-FFF2-40B4-BE49-F238E27FC236}">
                <a16:creationId xmlns:a16="http://schemas.microsoft.com/office/drawing/2014/main" id="{6F5BFAF4-BD7E-AB96-4C0B-505F71AB8B70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720000" y="871214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it-IT" dirty="0"/>
              <a:t>Progetto senza AI</a:t>
            </a:r>
            <a:endParaRPr dirty="0"/>
          </a:p>
        </p:txBody>
      </p:sp>
      <p:sp>
        <p:nvSpPr>
          <p:cNvPr id="1137" name="Google Shape;1137;p35">
            <a:extLst>
              <a:ext uri="{FF2B5EF4-FFF2-40B4-BE49-F238E27FC236}">
                <a16:creationId xmlns:a16="http://schemas.microsoft.com/office/drawing/2014/main" id="{0833CE19-6DF3-09D9-8418-62D2DFFF818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30068" y="1635135"/>
            <a:ext cx="2608463" cy="1873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>
                <a:latin typeface="Raleway" pitchFamily="2" charset="0"/>
              </a:rPr>
              <a:t>Struttura dati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Uso di array bidimensionali separati, uno per ogni aspetto: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grid</a:t>
            </a:r>
            <a:r>
              <a:rPr lang="it-IT" dirty="0"/>
              <a:t>[][] → numeri delle celle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minesGrid</a:t>
            </a:r>
            <a:r>
              <a:rPr lang="it-IT" dirty="0"/>
              <a:t>[][] → posizione delle mine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revealed</a:t>
            </a:r>
            <a:r>
              <a:rPr lang="it-IT" dirty="0"/>
              <a:t>[][] → celle scoperte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flagged</a:t>
            </a:r>
            <a:r>
              <a:rPr lang="it-IT" dirty="0"/>
              <a:t>[][] → bandiere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Approccio procedurale e classico</a:t>
            </a:r>
          </a:p>
        </p:txBody>
      </p:sp>
      <p:sp>
        <p:nvSpPr>
          <p:cNvPr id="10" name="Google Shape;1137;p35">
            <a:extLst>
              <a:ext uri="{FF2B5EF4-FFF2-40B4-BE49-F238E27FC236}">
                <a16:creationId xmlns:a16="http://schemas.microsoft.com/office/drawing/2014/main" id="{065B0799-D923-D16C-B85E-7D23B311049E}"/>
              </a:ext>
            </a:extLst>
          </p:cNvPr>
          <p:cNvSpPr txBox="1">
            <a:spLocks/>
          </p:cNvSpPr>
          <p:nvPr/>
        </p:nvSpPr>
        <p:spPr>
          <a:xfrm>
            <a:off x="3267769" y="1635135"/>
            <a:ext cx="2608463" cy="18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it-IT" b="1" dirty="0">
                <a:latin typeface="Raleway" pitchFamily="2" charset="0"/>
              </a:rPr>
              <a:t>Algoritmi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Prima mossa sicura: le mine vengono piazzate solo dopo il primo click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Generazione mine con esclusione della cella iniziale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Rivelazione con controlli sui limiti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Vittoria quando tutte le celle non-mina sono rivelate</a:t>
            </a:r>
          </a:p>
          <a:p>
            <a:pPr>
              <a:buFont typeface="Courier New" panose="02070309020205020404" pitchFamily="49" charset="0"/>
              <a:buChar char="o"/>
            </a:pPr>
            <a:endParaRPr lang="it-IT" dirty="0"/>
          </a:p>
        </p:txBody>
      </p:sp>
      <p:sp>
        <p:nvSpPr>
          <p:cNvPr id="12" name="Google Shape;1137;p35">
            <a:extLst>
              <a:ext uri="{FF2B5EF4-FFF2-40B4-BE49-F238E27FC236}">
                <a16:creationId xmlns:a16="http://schemas.microsoft.com/office/drawing/2014/main" id="{78FF646B-C4F0-ED29-96B4-8D6E7E56E9D1}"/>
              </a:ext>
            </a:extLst>
          </p:cNvPr>
          <p:cNvSpPr txBox="1">
            <a:spLocks/>
          </p:cNvSpPr>
          <p:nvPr/>
        </p:nvSpPr>
        <p:spPr>
          <a:xfrm>
            <a:off x="6105469" y="1634758"/>
            <a:ext cx="2608463" cy="18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it-IT" b="1" dirty="0">
                <a:latin typeface="Raleway" pitchFamily="2" charset="0"/>
              </a:rPr>
              <a:t>UI / UX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Struttura basata su tabella HTML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Celle ridimensionabili (20px / 30px)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4 livelli di difficoltà, inclusa modalità personalizzata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Risorse grafiche PNG (bombe, bandiere, sfondo)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Overlay post-game avanzato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Titolo nascosto automaticamente per griglie molto grandi</a:t>
            </a:r>
          </a:p>
          <a:p>
            <a:pPr>
              <a:buFont typeface="Courier New" panose="02070309020205020404" pitchFamily="49" charset="0"/>
              <a:buChar char="o"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22947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>
          <a:extLst>
            <a:ext uri="{FF2B5EF4-FFF2-40B4-BE49-F238E27FC236}">
              <a16:creationId xmlns:a16="http://schemas.microsoft.com/office/drawing/2014/main" id="{AA89A685-2382-0C27-7856-328A3DF23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31">
            <a:extLst>
              <a:ext uri="{FF2B5EF4-FFF2-40B4-BE49-F238E27FC236}">
                <a16:creationId xmlns:a16="http://schemas.microsoft.com/office/drawing/2014/main" id="{D5AD0570-2700-688B-FE9F-F03D69BDD4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85653" y="891300"/>
            <a:ext cx="521107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dirty="0"/>
              <a:t>Differenze principali nei metodi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D8531B45-1540-F0A8-0D56-7E858EABE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92008"/>
              </p:ext>
            </p:extLst>
          </p:nvPr>
        </p:nvGraphicFramePr>
        <p:xfrm>
          <a:off x="690931" y="1898100"/>
          <a:ext cx="7762139" cy="2438400"/>
        </p:xfrm>
        <a:graphic>
          <a:graphicData uri="http://schemas.openxmlformats.org/drawingml/2006/table">
            <a:tbl>
              <a:tblPr>
                <a:tableStyleId>{B6699BD7-AA78-46ED-8191-094A0AEC90C4}</a:tableStyleId>
              </a:tblPr>
              <a:tblGrid>
                <a:gridCol w="2616523">
                  <a:extLst>
                    <a:ext uri="{9D8B030D-6E8A-4147-A177-3AD203B41FA5}">
                      <a16:colId xmlns:a16="http://schemas.microsoft.com/office/drawing/2014/main" val="1264859766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277658454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7383192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it-IT" dirty="0"/>
                    </a:p>
                  </a:txBody>
                  <a:tcPr anchor="ctr">
                    <a:lnL w="1905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905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AI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Non AI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389675"/>
                  </a:ext>
                </a:extLst>
              </a:tr>
              <a:tr h="2726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Struttura dati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Array 1D con oggetti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Più array 2D separati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4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Prima mossa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Può essere una bomba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Sempre sicura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4320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Rendering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CSS </a:t>
                      </a:r>
                      <a:r>
                        <a:rPr lang="it-IT" dirty="0" err="1"/>
                        <a:t>Grid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Tabella HTML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977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Risorse grafiche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Emoji Unicode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Immagini PNG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063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Configurazione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3 livelli fissi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4 livelli + personalizzato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3002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Post-game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Overlay semplice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Modalità “rivedi partita”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537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Codice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Più compatto (~180 righe)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Più esteso (~340 righe)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385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0953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>
          <a:extLst>
            <a:ext uri="{FF2B5EF4-FFF2-40B4-BE49-F238E27FC236}">
              <a16:creationId xmlns:a16="http://schemas.microsoft.com/office/drawing/2014/main" id="{BE11BB02-8C9F-9B4A-2A66-618BD394E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31">
            <a:extLst>
              <a:ext uri="{FF2B5EF4-FFF2-40B4-BE49-F238E27FC236}">
                <a16:creationId xmlns:a16="http://schemas.microsoft.com/office/drawing/2014/main" id="{C3AB9B85-D498-99E4-00D0-099005595D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0785" y="414226"/>
            <a:ext cx="521107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dirty="0"/>
              <a:t>Differenze principali nei metodi</a:t>
            </a:r>
          </a:p>
        </p:txBody>
      </p:sp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B0F2AD26-80D9-A0A2-C63D-4207BE20B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614050"/>
              </p:ext>
            </p:extLst>
          </p:nvPr>
        </p:nvGraphicFramePr>
        <p:xfrm>
          <a:off x="497963" y="1421026"/>
          <a:ext cx="8148075" cy="3449233"/>
        </p:xfrm>
        <a:graphic>
          <a:graphicData uri="http://schemas.openxmlformats.org/drawingml/2006/table">
            <a:tbl>
              <a:tblPr/>
              <a:tblGrid>
                <a:gridCol w="2716025">
                  <a:extLst>
                    <a:ext uri="{9D8B030D-6E8A-4147-A177-3AD203B41FA5}">
                      <a16:colId xmlns:a16="http://schemas.microsoft.com/office/drawing/2014/main" val="2195209441"/>
                    </a:ext>
                  </a:extLst>
                </a:gridCol>
                <a:gridCol w="2716025">
                  <a:extLst>
                    <a:ext uri="{9D8B030D-6E8A-4147-A177-3AD203B41FA5}">
                      <a16:colId xmlns:a16="http://schemas.microsoft.com/office/drawing/2014/main" val="2182882559"/>
                    </a:ext>
                  </a:extLst>
                </a:gridCol>
                <a:gridCol w="2716025">
                  <a:extLst>
                    <a:ext uri="{9D8B030D-6E8A-4147-A177-3AD203B41FA5}">
                      <a16:colId xmlns:a16="http://schemas.microsoft.com/office/drawing/2014/main" val="4205684145"/>
                    </a:ext>
                  </a:extLst>
                </a:gridCol>
              </a:tblGrid>
              <a:tr h="22439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it-IT" sz="1200" dirty="0"/>
                    </a:p>
                  </a:txBody>
                  <a:tcPr marL="75918" marR="75918" marT="37959" marB="37959" anchor="ctr"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 dirty="0"/>
                        <a:t>Vantaggi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 dirty="0"/>
                        <a:t>Svantaggi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62555"/>
                  </a:ext>
                </a:extLst>
              </a:tr>
              <a:tr h="16514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 b="1" dirty="0"/>
                        <a:t>Sviluppo manuale</a:t>
                      </a:r>
                      <a:endParaRPr lang="it-IT" sz="1200" dirty="0"/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Comprensione profonda del funzionamento del programma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Migliora il ragionamento logico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Aiuta a organizzare meglio il codice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Rafforza l’apprendimento della programmazione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Codice originale scritto dallo studente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Richiede molto tempo rispetto a quello fatto con l’aiuto dell’AI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Facile bloccarsi su errori complessi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Necessita di una buona preparazione iniziale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Debugging lungo e complicato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3837398"/>
                  </a:ext>
                </a:extLst>
              </a:tr>
              <a:tr h="1173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 b="1" dirty="0"/>
                        <a:t>Uso dell’Intelligenza Artificiale</a:t>
                      </a:r>
                      <a:endParaRPr lang="it-IT" sz="1200" dirty="0"/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Riduce i tempi di sviluppo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Aiuta a trovare e correggere errori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Migliora e semplifica il codice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Supporta la scrittura di parti complesse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Utile come assistente, tutor e supporto allo studio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Rischio di non comprendere realmente il codice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Possibile uso di soluzioni non spiegabili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Difficoltà nel verificare la correttezza senza basi </a:t>
                      </a:r>
                      <a:r>
                        <a:rPr lang="it-IT" sz="1200" dirty="0" err="1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solidePossibile</a:t>
                      </a: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 generazione di codice non ottimizzato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0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303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36"/>
          <p:cNvSpPr txBox="1">
            <a:spLocks noGrp="1"/>
          </p:cNvSpPr>
          <p:nvPr>
            <p:ph type="subTitle" idx="6"/>
          </p:nvPr>
        </p:nvSpPr>
        <p:spPr>
          <a:xfrm>
            <a:off x="1141712" y="2970964"/>
            <a:ext cx="7467029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sz="1400" dirty="0"/>
              <a:t>Entrambi implementano correttamente le meccaniche fondamentali del Campo Minato, ma:</a:t>
            </a:r>
          </a:p>
        </p:txBody>
      </p:sp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Conclusioni</a:t>
            </a:r>
            <a:endParaRPr dirty="0"/>
          </a:p>
        </p:txBody>
      </p:sp>
      <p:sp>
        <p:nvSpPr>
          <p:cNvPr id="1147" name="Google Shape;1147;p36"/>
          <p:cNvSpPr txBox="1">
            <a:spLocks noGrp="1"/>
          </p:cNvSpPr>
          <p:nvPr>
            <p:ph type="subTitle" idx="1"/>
          </p:nvPr>
        </p:nvSpPr>
        <p:spPr>
          <a:xfrm>
            <a:off x="1253225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Più moderno ed elegante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Codice compatto e leggibile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Ideale per dimostrare uso di CSS </a:t>
            </a:r>
            <a:r>
              <a:rPr lang="it-IT" altLang="it-IT" dirty="0" err="1">
                <a:solidFill>
                  <a:schemeClr val="tx1"/>
                </a:solidFill>
                <a:latin typeface="Arial" panose="020B0604020202020204" pitchFamily="34" charset="0"/>
              </a:rPr>
              <a:t>Grid</a:t>
            </a: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 e strutture dati semplificate</a:t>
            </a:r>
          </a:p>
        </p:txBody>
      </p:sp>
      <p:sp>
        <p:nvSpPr>
          <p:cNvPr id="1149" name="Google Shape;1149;p36"/>
          <p:cNvSpPr txBox="1">
            <a:spLocks noGrp="1"/>
          </p:cNvSpPr>
          <p:nvPr>
            <p:ph type="subTitle" idx="3"/>
          </p:nvPr>
        </p:nvSpPr>
        <p:spPr>
          <a:xfrm>
            <a:off x="2621107" y="3801961"/>
            <a:ext cx="4508239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it-IT" b="1" dirty="0"/>
              <a:t>AI privilegia semplicità e pulizia del codice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b="1" dirty="0" err="1"/>
              <a:t>Not_AI</a:t>
            </a:r>
            <a:r>
              <a:rPr lang="it-IT" b="1" dirty="0"/>
              <a:t> punta su completezza e flessibilità per l’utente</a:t>
            </a:r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1253225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it-IT" dirty="0"/>
              <a:t>Progetto AI</a:t>
            </a:r>
            <a:endParaRPr dirty="0"/>
          </a:p>
        </p:txBody>
      </p:sp>
      <p:sp>
        <p:nvSpPr>
          <p:cNvPr id="1152" name="Google Shape;1152;p36"/>
          <p:cNvSpPr txBox="1">
            <a:spLocks noGrp="1"/>
          </p:cNvSpPr>
          <p:nvPr>
            <p:ph type="subTitle" idx="7"/>
          </p:nvPr>
        </p:nvSpPr>
        <p:spPr>
          <a:xfrm>
            <a:off x="5079750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it-IT" dirty="0"/>
              <a:t>Progetto non AI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7C70D-A9B8-E8C5-AD4B-AB6A43587D78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5080000" y="2157839"/>
            <a:ext cx="29860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Più ricco di funzionalità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Maggiore controllo sul flusso di gioco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Offre personalizzazione e strumenti di analisi post-partita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ltimedia Software Pitch Deck by Slidesgo">
  <a:themeElements>
    <a:clrScheme name="Simple Light">
      <a:dk1>
        <a:srgbClr val="35363B"/>
      </a:dk1>
      <a:lt1>
        <a:srgbClr val="F3F3F3"/>
      </a:lt1>
      <a:dk2>
        <a:srgbClr val="D9DDE3"/>
      </a:dk2>
      <a:lt2>
        <a:srgbClr val="BA0034"/>
      </a:lt2>
      <a:accent1>
        <a:srgbClr val="F8B85E"/>
      </a:accent1>
      <a:accent2>
        <a:srgbClr val="34909D"/>
      </a:accent2>
      <a:accent3>
        <a:srgbClr val="55C0ED"/>
      </a:accent3>
      <a:accent4>
        <a:srgbClr val="6F7082"/>
      </a:accent4>
      <a:accent5>
        <a:srgbClr val="CED0D6"/>
      </a:accent5>
      <a:accent6>
        <a:srgbClr val="42444F"/>
      </a:accent6>
      <a:hlink>
        <a:srgbClr val="35363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661</Words>
  <Application>Microsoft Office PowerPoint</Application>
  <PresentationFormat>Presentazione su schermo (16:9)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8" baseType="lpstr">
      <vt:lpstr>Lato</vt:lpstr>
      <vt:lpstr>Courier New</vt:lpstr>
      <vt:lpstr>Epilogue</vt:lpstr>
      <vt:lpstr>Calibri</vt:lpstr>
      <vt:lpstr>Nunito Light</vt:lpstr>
      <vt:lpstr>Arial</vt:lpstr>
      <vt:lpstr>Raleway</vt:lpstr>
      <vt:lpstr>Multimedia Software Pitch Deck by Slidesgo</vt:lpstr>
      <vt:lpstr>Campo Minato in JavaScript</vt:lpstr>
      <vt:lpstr>OBIETTIVO DEL PROGETTO</vt:lpstr>
      <vt:lpstr>ORGANIZZAZIONE DEL LAVORO </vt:lpstr>
      <vt:lpstr>METODO 1: SVILUPPO MANUALE</vt:lpstr>
      <vt:lpstr>METODO 2: SVILUPPO CON SUPPORTO DELL’AI</vt:lpstr>
      <vt:lpstr>Analisi comparativa dei due progetti</vt:lpstr>
      <vt:lpstr>Analisi comparativa dei due progetti</vt:lpstr>
      <vt:lpstr>Differenze principali nei metodi</vt:lpstr>
      <vt:lpstr>Differenze principali nei metodi</vt:lpstr>
      <vt:lpstr>Conclusioni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Gabriele Savii</cp:lastModifiedBy>
  <cp:revision>3</cp:revision>
  <dcterms:modified xsi:type="dcterms:W3CDTF">2026-01-22T07:20:23Z</dcterms:modified>
</cp:coreProperties>
</file>